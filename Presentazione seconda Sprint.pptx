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9144000"/>
  <p:embeddedFontLst>
    <p:embeddedFont>
      <p:font typeface="Libre Franklin"/>
      <p:regular r:id="rId13"/>
      <p:bold r:id="rId14"/>
      <p:italic r:id="rId15"/>
      <p:boldItalic r:id="rId16"/>
    </p:embeddedFont>
    <p:embeddedFont>
      <p:font typeface="Franklin Gothic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jY2o9TqO6ivBAdF6/q+idnERM+U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LibreFranklin-regular.fntdata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LibreFranklin-italic.fntdata"/><Relationship Id="rId14" Type="http://schemas.openxmlformats.org/officeDocument/2006/relationships/font" Target="fonts/LibreFranklin-bold.fntdata"/><Relationship Id="rId17" Type="http://schemas.openxmlformats.org/officeDocument/2006/relationships/font" Target="fonts/FranklinGothic-bold.fntdata"/><Relationship Id="rId16" Type="http://schemas.openxmlformats.org/officeDocument/2006/relationships/font" Target="fonts/LibreFranklin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it-I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9" name="Google Shape;209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6" name="Google Shape;21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5" name="Google Shape;23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6" name="Google Shape;24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0" name="Google Shape;26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2a1f8b89a3c_1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g2a1f8b89a3c_1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0" name="Google Shape;270;g2a1f8b89a3c_1_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0" name="Google Shape;28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0" name="Google Shape;30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">
  <p:cSld name="Titolo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/>
          <p:nvPr>
            <p:ph type="ctrTitle"/>
          </p:nvPr>
        </p:nvSpPr>
        <p:spPr>
          <a:xfrm>
            <a:off x="6367054" y="2116182"/>
            <a:ext cx="5491571" cy="151401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Franklin Gothic"/>
              <a:buNone/>
              <a:defRPr b="1" i="0" sz="60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7" name="Google Shape;17;p9"/>
          <p:cNvGrpSpPr/>
          <p:nvPr/>
        </p:nvGrpSpPr>
        <p:grpSpPr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8" name="Google Shape;18;p9"/>
            <p:cNvSpPr/>
            <p:nvPr/>
          </p:nvSpPr>
          <p:spPr>
            <a:xfrm>
              <a:off x="0" y="12289"/>
              <a:ext cx="1789" cy="2386"/>
            </a:xfrm>
            <a:custGeom>
              <a:rect b="b" l="l" r="r" t="t"/>
              <a:pathLst>
                <a:path extrusionOk="0" h="2386" w="1789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9" name="Google Shape;19;p9"/>
            <p:cNvSpPr/>
            <p:nvPr/>
          </p:nvSpPr>
          <p:spPr>
            <a:xfrm>
              <a:off x="0" y="14678"/>
              <a:ext cx="1162" cy="1162"/>
            </a:xfrm>
            <a:custGeom>
              <a:rect b="b" l="l" r="r" t="t"/>
              <a:pathLst>
                <a:path extrusionOk="0" h="1162" w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0" name="Google Shape;20;p9"/>
            <p:cNvSpPr/>
            <p:nvPr/>
          </p:nvSpPr>
          <p:spPr>
            <a:xfrm>
              <a:off x="1221" y="14675"/>
              <a:ext cx="2329" cy="1165"/>
            </a:xfrm>
            <a:custGeom>
              <a:rect b="b" l="l" r="r" t="t"/>
              <a:pathLst>
                <a:path extrusionOk="0" h="1165" w="2329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21" name="Google Shape;21;p9"/>
          <p:cNvSpPr txBox="1"/>
          <p:nvPr>
            <p:ph idx="1" type="body"/>
          </p:nvPr>
        </p:nvSpPr>
        <p:spPr>
          <a:xfrm>
            <a:off x="6367055" y="4549553"/>
            <a:ext cx="5491570" cy="953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0" i="0" sz="1800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22" name="Google Shape;22;p9"/>
          <p:cNvCxnSpPr/>
          <p:nvPr/>
        </p:nvCxnSpPr>
        <p:spPr>
          <a:xfrm>
            <a:off x="6367055" y="4252111"/>
            <a:ext cx="2133600" cy="3992"/>
          </a:xfrm>
          <a:prstGeom prst="straightConnector1">
            <a:avLst/>
          </a:prstGeom>
          <a:noFill/>
          <a:ln cap="flat" cmpd="sng" w="1016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rdine del giorno">
  <p:cSld name="Ordine del giorno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oogle Shape;24;p10"/>
          <p:cNvGrpSpPr/>
          <p:nvPr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25" name="Google Shape;25;p10"/>
            <p:cNvSpPr/>
            <p:nvPr/>
          </p:nvSpPr>
          <p:spPr>
            <a:xfrm>
              <a:off x="5612972" y="1"/>
              <a:ext cx="4408998" cy="3672246"/>
            </a:xfrm>
            <a:custGeom>
              <a:rect b="b" l="l" r="r" t="t"/>
              <a:pathLst>
                <a:path extrusionOk="0" h="2980" w="3578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6" name="Google Shape;26;p10"/>
            <p:cNvSpPr/>
            <p:nvPr/>
          </p:nvSpPr>
          <p:spPr>
            <a:xfrm>
              <a:off x="6341233" y="1463970"/>
              <a:ext cx="2208196" cy="2208277"/>
            </a:xfrm>
            <a:custGeom>
              <a:rect b="b" l="l" r="r" t="t"/>
              <a:pathLst>
                <a:path extrusionOk="0" h="1792" w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7" name="Google Shape;27;p10"/>
            <p:cNvSpPr/>
            <p:nvPr/>
          </p:nvSpPr>
          <p:spPr>
            <a:xfrm>
              <a:off x="8555590" y="1"/>
              <a:ext cx="1457754" cy="729520"/>
            </a:xfrm>
            <a:custGeom>
              <a:rect b="b" l="l" r="r" t="t"/>
              <a:pathLst>
                <a:path extrusionOk="0" h="592" w="1183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8" name="Google Shape;28;p10"/>
            <p:cNvSpPr/>
            <p:nvPr/>
          </p:nvSpPr>
          <p:spPr>
            <a:xfrm>
              <a:off x="7076887" y="728289"/>
              <a:ext cx="2208196" cy="2208277"/>
            </a:xfrm>
            <a:custGeom>
              <a:rect b="b" l="l" r="r" t="t"/>
              <a:pathLst>
                <a:path extrusionOk="0" h="1792" w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9" name="Google Shape;29;p10"/>
            <p:cNvSpPr/>
            <p:nvPr/>
          </p:nvSpPr>
          <p:spPr>
            <a:xfrm>
              <a:off x="9285083" y="728289"/>
              <a:ext cx="2943850" cy="2943958"/>
            </a:xfrm>
            <a:custGeom>
              <a:rect b="b" l="l" r="r" t="t"/>
              <a:pathLst>
                <a:path extrusionOk="0" h="2389" w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30" name="Google Shape;30;p10"/>
          <p:cNvSpPr txBox="1"/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b="1" i="0" sz="440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31" name="Google Shape;31;p10"/>
          <p:cNvCxnSpPr/>
          <p:nvPr/>
        </p:nvCxnSpPr>
        <p:spPr>
          <a:xfrm>
            <a:off x="952500" y="1934655"/>
            <a:ext cx="2133600" cy="3992"/>
          </a:xfrm>
          <a:prstGeom prst="straightConnector1">
            <a:avLst/>
          </a:prstGeom>
          <a:noFill/>
          <a:ln cap="flat" cmpd="sng" w="1016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2" name="Google Shape;32;p10"/>
          <p:cNvSpPr txBox="1"/>
          <p:nvPr>
            <p:ph idx="1" type="body"/>
          </p:nvPr>
        </p:nvSpPr>
        <p:spPr>
          <a:xfrm>
            <a:off x="952500" y="2818296"/>
            <a:ext cx="21336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0"/>
          <p:cNvSpPr txBox="1"/>
          <p:nvPr>
            <p:ph idx="2" type="body"/>
          </p:nvPr>
        </p:nvSpPr>
        <p:spPr>
          <a:xfrm>
            <a:off x="952500" y="2209800"/>
            <a:ext cx="2133600" cy="2058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0" i="0" sz="18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34" name="Google Shape;34;p10"/>
          <p:cNvCxnSpPr/>
          <p:nvPr/>
        </p:nvCxnSpPr>
        <p:spPr>
          <a:xfrm>
            <a:off x="3663043" y="1939108"/>
            <a:ext cx="2133600" cy="3992"/>
          </a:xfrm>
          <a:prstGeom prst="straightConnector1">
            <a:avLst/>
          </a:prstGeom>
          <a:noFill/>
          <a:ln cap="flat" cmpd="sng" w="1016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5" name="Google Shape;35;p10"/>
          <p:cNvSpPr txBox="1"/>
          <p:nvPr>
            <p:ph idx="3" type="body"/>
          </p:nvPr>
        </p:nvSpPr>
        <p:spPr>
          <a:xfrm>
            <a:off x="3663042" y="2818296"/>
            <a:ext cx="212815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0"/>
          <p:cNvSpPr txBox="1"/>
          <p:nvPr>
            <p:ph idx="4" type="body"/>
          </p:nvPr>
        </p:nvSpPr>
        <p:spPr>
          <a:xfrm>
            <a:off x="3663042" y="2209800"/>
            <a:ext cx="2128157" cy="2058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0" i="0" sz="18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37" name="Google Shape;37;p10"/>
          <p:cNvCxnSpPr/>
          <p:nvPr/>
        </p:nvCxnSpPr>
        <p:spPr>
          <a:xfrm>
            <a:off x="952500" y="4248119"/>
            <a:ext cx="2133600" cy="3992"/>
          </a:xfrm>
          <a:prstGeom prst="straightConnector1">
            <a:avLst/>
          </a:prstGeom>
          <a:noFill/>
          <a:ln cap="flat" cmpd="sng" w="1016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8" name="Google Shape;38;p10"/>
          <p:cNvSpPr txBox="1"/>
          <p:nvPr>
            <p:ph idx="5" type="body"/>
          </p:nvPr>
        </p:nvSpPr>
        <p:spPr>
          <a:xfrm>
            <a:off x="952500" y="5131299"/>
            <a:ext cx="21336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10"/>
          <p:cNvSpPr txBox="1"/>
          <p:nvPr>
            <p:ph idx="6" type="body"/>
          </p:nvPr>
        </p:nvSpPr>
        <p:spPr>
          <a:xfrm>
            <a:off x="952500" y="4522803"/>
            <a:ext cx="2133600" cy="2058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0" i="0" sz="18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40" name="Google Shape;40;p10"/>
          <p:cNvCxnSpPr/>
          <p:nvPr/>
        </p:nvCxnSpPr>
        <p:spPr>
          <a:xfrm>
            <a:off x="3663043" y="4252111"/>
            <a:ext cx="2133600" cy="3992"/>
          </a:xfrm>
          <a:prstGeom prst="straightConnector1">
            <a:avLst/>
          </a:prstGeom>
          <a:noFill/>
          <a:ln cap="flat" cmpd="sng" w="1016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1" name="Google Shape;41;p10"/>
          <p:cNvSpPr txBox="1"/>
          <p:nvPr>
            <p:ph idx="7" type="body"/>
          </p:nvPr>
        </p:nvSpPr>
        <p:spPr>
          <a:xfrm>
            <a:off x="3663042" y="5131299"/>
            <a:ext cx="212815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8" type="body"/>
          </p:nvPr>
        </p:nvSpPr>
        <p:spPr>
          <a:xfrm>
            <a:off x="3663042" y="4522803"/>
            <a:ext cx="2128157" cy="2058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0" i="0" sz="18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43" name="Google Shape;43;p10"/>
          <p:cNvCxnSpPr/>
          <p:nvPr/>
        </p:nvCxnSpPr>
        <p:spPr>
          <a:xfrm>
            <a:off x="6367055" y="4252111"/>
            <a:ext cx="2133600" cy="3992"/>
          </a:xfrm>
          <a:prstGeom prst="straightConnector1">
            <a:avLst/>
          </a:prstGeom>
          <a:noFill/>
          <a:ln cap="flat" cmpd="sng" w="1016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4" name="Google Shape;44;p10"/>
          <p:cNvSpPr txBox="1"/>
          <p:nvPr>
            <p:ph idx="9" type="body"/>
          </p:nvPr>
        </p:nvSpPr>
        <p:spPr>
          <a:xfrm>
            <a:off x="6367054" y="5131299"/>
            <a:ext cx="212924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10"/>
          <p:cNvSpPr txBox="1"/>
          <p:nvPr>
            <p:ph idx="13" type="body"/>
          </p:nvPr>
        </p:nvSpPr>
        <p:spPr>
          <a:xfrm>
            <a:off x="6367054" y="4522803"/>
            <a:ext cx="2129245" cy="2058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0" i="0" sz="18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0"/>
          <p:cNvSpPr txBox="1"/>
          <p:nvPr>
            <p:ph idx="10" type="dt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1" type="ftr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duzione">
  <p:cSld name="Introduzione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11"/>
          <p:cNvGrpSpPr/>
          <p:nvPr/>
        </p:nvGrpSpPr>
        <p:grpSpPr>
          <a:xfrm flipH="1" rot="5400000">
            <a:off x="0" y="3900132"/>
            <a:ext cx="2959226" cy="2959226"/>
            <a:chOff x="0" y="12289"/>
            <a:chExt cx="3550" cy="3551"/>
          </a:xfrm>
        </p:grpSpPr>
        <p:sp>
          <p:nvSpPr>
            <p:cNvPr id="51" name="Google Shape;51;p11"/>
            <p:cNvSpPr/>
            <p:nvPr/>
          </p:nvSpPr>
          <p:spPr>
            <a:xfrm>
              <a:off x="0" y="12289"/>
              <a:ext cx="1789" cy="2386"/>
            </a:xfrm>
            <a:custGeom>
              <a:rect b="b" l="l" r="r" t="t"/>
              <a:pathLst>
                <a:path extrusionOk="0" h="2386" w="1789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52" name="Google Shape;52;p11"/>
            <p:cNvSpPr/>
            <p:nvPr/>
          </p:nvSpPr>
          <p:spPr>
            <a:xfrm>
              <a:off x="0" y="14678"/>
              <a:ext cx="1162" cy="1162"/>
            </a:xfrm>
            <a:custGeom>
              <a:rect b="b" l="l" r="r" t="t"/>
              <a:pathLst>
                <a:path extrusionOk="0" h="1162" w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53" name="Google Shape;53;p11"/>
            <p:cNvSpPr/>
            <p:nvPr/>
          </p:nvSpPr>
          <p:spPr>
            <a:xfrm>
              <a:off x="1221" y="14675"/>
              <a:ext cx="2329" cy="1165"/>
            </a:xfrm>
            <a:custGeom>
              <a:rect b="b" l="l" r="r" t="t"/>
              <a:pathLst>
                <a:path extrusionOk="0" h="1165" w="2329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54" name="Google Shape;54;p11"/>
          <p:cNvSpPr/>
          <p:nvPr>
            <p:ph idx="2" type="pic"/>
          </p:nvPr>
        </p:nvSpPr>
        <p:spPr>
          <a:xfrm>
            <a:off x="6096000" y="-22543"/>
            <a:ext cx="6096000" cy="6903086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1"/>
          <p:cNvSpPr txBox="1"/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b="1" i="0" sz="440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56" name="Google Shape;56;p11"/>
          <p:cNvCxnSpPr/>
          <p:nvPr/>
        </p:nvCxnSpPr>
        <p:spPr>
          <a:xfrm>
            <a:off x="952500" y="1939108"/>
            <a:ext cx="2133600" cy="3992"/>
          </a:xfrm>
          <a:prstGeom prst="straightConnector1">
            <a:avLst/>
          </a:prstGeom>
          <a:noFill/>
          <a:ln cap="flat" cmpd="sng" w="1016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7" name="Google Shape;57;p11"/>
          <p:cNvSpPr txBox="1"/>
          <p:nvPr>
            <p:ph idx="1" type="body"/>
          </p:nvPr>
        </p:nvSpPr>
        <p:spPr>
          <a:xfrm>
            <a:off x="952499" y="2289363"/>
            <a:ext cx="4572001" cy="2795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 sz="16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11"/>
          <p:cNvSpPr txBox="1"/>
          <p:nvPr>
            <p:ph idx="10" type="dt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1" type="ftr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600">
          <p15:clr>
            <a:srgbClr val="FBAE40"/>
          </p15:clr>
        </p15:guide>
        <p15:guide id="2" pos="3480">
          <p15:clr>
            <a:srgbClr val="FBAE40"/>
          </p15:clr>
        </p15:guide>
        <p15:guide id="3" orient="horz" pos="1440">
          <p15:clr>
            <a:srgbClr val="FBAE40"/>
          </p15:clr>
        </p15:guide>
        <p15:guide id="4" orient="horz" pos="1224">
          <p15:clr>
            <a:srgbClr val="FBAE40"/>
          </p15:clr>
        </p15:guide>
        <p15:guide id="5" orient="horz" pos="552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zione">
  <p:cSld name="Citazione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type="title"/>
          </p:nvPr>
        </p:nvSpPr>
        <p:spPr>
          <a:xfrm>
            <a:off x="964022" y="2476500"/>
            <a:ext cx="7132320" cy="32899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bre Franklin"/>
              <a:buNone/>
              <a:defRPr b="0" i="0" sz="2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2"/>
          <p:cNvSpPr txBox="1"/>
          <p:nvPr/>
        </p:nvSpPr>
        <p:spPr>
          <a:xfrm>
            <a:off x="699948" y="548291"/>
            <a:ext cx="1589372" cy="31700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0"/>
              <a:buFont typeface="Arial"/>
              <a:buNone/>
            </a:pPr>
            <a:r>
              <a:rPr b="1" i="0" lang="it-IT" sz="200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4" name="Google Shape;64;p12"/>
          <p:cNvGrpSpPr/>
          <p:nvPr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65" name="Google Shape;65;p12"/>
            <p:cNvSpPr/>
            <p:nvPr/>
          </p:nvSpPr>
          <p:spPr>
            <a:xfrm>
              <a:off x="5612972" y="1"/>
              <a:ext cx="4408998" cy="3672246"/>
            </a:xfrm>
            <a:custGeom>
              <a:rect b="b" l="l" r="r" t="t"/>
              <a:pathLst>
                <a:path extrusionOk="0" h="2980" w="3578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66" name="Google Shape;66;p12"/>
            <p:cNvSpPr/>
            <p:nvPr/>
          </p:nvSpPr>
          <p:spPr>
            <a:xfrm>
              <a:off x="6341233" y="1463970"/>
              <a:ext cx="2208196" cy="2208277"/>
            </a:xfrm>
            <a:custGeom>
              <a:rect b="b" l="l" r="r" t="t"/>
              <a:pathLst>
                <a:path extrusionOk="0" h="1792" w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67" name="Google Shape;67;p12"/>
            <p:cNvSpPr/>
            <p:nvPr/>
          </p:nvSpPr>
          <p:spPr>
            <a:xfrm>
              <a:off x="8555590" y="1"/>
              <a:ext cx="1457754" cy="729520"/>
            </a:xfrm>
            <a:custGeom>
              <a:rect b="b" l="l" r="r" t="t"/>
              <a:pathLst>
                <a:path extrusionOk="0" h="592" w="1183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68" name="Google Shape;68;p12"/>
            <p:cNvSpPr/>
            <p:nvPr/>
          </p:nvSpPr>
          <p:spPr>
            <a:xfrm>
              <a:off x="7076887" y="728289"/>
              <a:ext cx="2208196" cy="2208277"/>
            </a:xfrm>
            <a:custGeom>
              <a:rect b="b" l="l" r="r" t="t"/>
              <a:pathLst>
                <a:path extrusionOk="0" h="1792" w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69" name="Google Shape;69;p12"/>
            <p:cNvSpPr/>
            <p:nvPr/>
          </p:nvSpPr>
          <p:spPr>
            <a:xfrm>
              <a:off x="9285083" y="728289"/>
              <a:ext cx="2943850" cy="2943958"/>
            </a:xfrm>
            <a:custGeom>
              <a:rect b="b" l="l" r="r" t="t"/>
              <a:pathLst>
                <a:path extrusionOk="0" h="2389" w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grpSp>
        <p:nvGrpSpPr>
          <p:cNvPr id="70" name="Google Shape;70;p12"/>
          <p:cNvGrpSpPr/>
          <p:nvPr/>
        </p:nvGrpSpPr>
        <p:grpSpPr>
          <a:xfrm flipH="1" rot="5400000">
            <a:off x="0" y="3900132"/>
            <a:ext cx="2959226" cy="2959226"/>
            <a:chOff x="0" y="12289"/>
            <a:chExt cx="3550" cy="3551"/>
          </a:xfrm>
        </p:grpSpPr>
        <p:sp>
          <p:nvSpPr>
            <p:cNvPr id="71" name="Google Shape;71;p12"/>
            <p:cNvSpPr/>
            <p:nvPr/>
          </p:nvSpPr>
          <p:spPr>
            <a:xfrm>
              <a:off x="0" y="12289"/>
              <a:ext cx="1789" cy="2386"/>
            </a:xfrm>
            <a:custGeom>
              <a:rect b="b" l="l" r="r" t="t"/>
              <a:pathLst>
                <a:path extrusionOk="0" h="2386" w="1789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72" name="Google Shape;72;p12"/>
            <p:cNvSpPr/>
            <p:nvPr/>
          </p:nvSpPr>
          <p:spPr>
            <a:xfrm>
              <a:off x="0" y="14678"/>
              <a:ext cx="1162" cy="1162"/>
            </a:xfrm>
            <a:custGeom>
              <a:rect b="b" l="l" r="r" t="t"/>
              <a:pathLst>
                <a:path extrusionOk="0" h="1162" w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73" name="Google Shape;73;p12"/>
            <p:cNvSpPr/>
            <p:nvPr/>
          </p:nvSpPr>
          <p:spPr>
            <a:xfrm>
              <a:off x="1221" y="14675"/>
              <a:ext cx="2329" cy="1165"/>
            </a:xfrm>
            <a:custGeom>
              <a:rect b="b" l="l" r="r" t="t"/>
              <a:pathLst>
                <a:path extrusionOk="0" h="1165" w="2329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560">
          <p15:clr>
            <a:srgbClr val="FBAE40"/>
          </p15:clr>
        </p15:guide>
        <p15:guide id="8" orient="horz" pos="1752">
          <p15:clr>
            <a:srgbClr val="FBAE40"/>
          </p15:clr>
        </p15:guide>
        <p15:guide id="9" orient="horz" pos="1248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fico">
  <p:cSld name="Grafico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/>
          <p:nvPr>
            <p:ph idx="2" type="chart"/>
          </p:nvPr>
        </p:nvSpPr>
        <p:spPr>
          <a:xfrm>
            <a:off x="952500" y="1939108"/>
            <a:ext cx="10352810" cy="41107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76" name="Google Shape;76;p13"/>
          <p:cNvSpPr txBox="1"/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b="1" i="0" sz="44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9" orient="horz" pos="55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zie">
  <p:cSld name="Grazie"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4"/>
          <p:cNvSpPr txBox="1"/>
          <p:nvPr>
            <p:ph idx="1" type="body"/>
          </p:nvPr>
        </p:nvSpPr>
        <p:spPr>
          <a:xfrm>
            <a:off x="6896100" y="5102063"/>
            <a:ext cx="4914900" cy="58879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0" i="0" sz="1600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2" type="subTitle"/>
          </p:nvPr>
        </p:nvSpPr>
        <p:spPr>
          <a:xfrm>
            <a:off x="6907623" y="3591098"/>
            <a:ext cx="4903377" cy="10577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 sz="16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83" name="Google Shape;83;p14"/>
          <p:cNvSpPr txBox="1"/>
          <p:nvPr>
            <p:ph type="title"/>
          </p:nvPr>
        </p:nvSpPr>
        <p:spPr>
          <a:xfrm>
            <a:off x="6907623" y="2173658"/>
            <a:ext cx="4903377" cy="61086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b="1" i="0" sz="440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84" name="Google Shape;84;p14"/>
          <p:cNvCxnSpPr/>
          <p:nvPr/>
        </p:nvCxnSpPr>
        <p:spPr>
          <a:xfrm>
            <a:off x="6896100" y="3233703"/>
            <a:ext cx="2133600" cy="3992"/>
          </a:xfrm>
          <a:prstGeom prst="straightConnector1">
            <a:avLst/>
          </a:prstGeom>
          <a:noFill/>
          <a:ln cap="flat" cmpd="sng" w="1016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5" name="Google Shape;85;p14"/>
          <p:cNvSpPr/>
          <p:nvPr>
            <p:ph idx="3" type="pic"/>
          </p:nvPr>
        </p:nvSpPr>
        <p:spPr>
          <a:xfrm>
            <a:off x="0" y="0"/>
            <a:ext cx="6096000" cy="68580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86" name="Google Shape;86;p14"/>
          <p:cNvGrpSpPr/>
          <p:nvPr/>
        </p:nvGrpSpPr>
        <p:grpSpPr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87" name="Google Shape;87;p14"/>
            <p:cNvSpPr/>
            <p:nvPr/>
          </p:nvSpPr>
          <p:spPr>
            <a:xfrm>
              <a:off x="0" y="12289"/>
              <a:ext cx="1789" cy="2386"/>
            </a:xfrm>
            <a:custGeom>
              <a:rect b="b" l="l" r="r" t="t"/>
              <a:pathLst>
                <a:path extrusionOk="0" h="2386" w="1789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88" name="Google Shape;88;p14"/>
            <p:cNvSpPr/>
            <p:nvPr/>
          </p:nvSpPr>
          <p:spPr>
            <a:xfrm>
              <a:off x="0" y="14678"/>
              <a:ext cx="1162" cy="1162"/>
            </a:xfrm>
            <a:custGeom>
              <a:rect b="b" l="l" r="r" t="t"/>
              <a:pathLst>
                <a:path extrusionOk="0" h="1162" w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89" name="Google Shape;89;p14"/>
            <p:cNvSpPr/>
            <p:nvPr/>
          </p:nvSpPr>
          <p:spPr>
            <a:xfrm>
              <a:off x="1221" y="14675"/>
              <a:ext cx="2329" cy="1165"/>
            </a:xfrm>
            <a:custGeom>
              <a:rect b="b" l="l" r="r" t="t"/>
              <a:pathLst>
                <a:path extrusionOk="0" h="1165" w="2329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pos="60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usa">
  <p:cSld name="Pausa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5"/>
          <p:cNvSpPr/>
          <p:nvPr>
            <p:ph idx="2" type="pic"/>
          </p:nvPr>
        </p:nvSpPr>
        <p:spPr>
          <a:xfrm>
            <a:off x="0" y="0"/>
            <a:ext cx="12191998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92" name="Google Shape;92;p15"/>
          <p:cNvSpPr txBox="1"/>
          <p:nvPr>
            <p:ph type="title"/>
          </p:nvPr>
        </p:nvSpPr>
        <p:spPr>
          <a:xfrm>
            <a:off x="7193943" y="3045437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Franklin Gothic"/>
              <a:buNone/>
              <a:defRPr b="1" i="0" sz="4100">
                <a:solidFill>
                  <a:schemeClr val="lt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93" name="Google Shape;93;p15"/>
          <p:cNvCxnSpPr/>
          <p:nvPr/>
        </p:nvCxnSpPr>
        <p:spPr>
          <a:xfrm>
            <a:off x="7154721" y="4003877"/>
            <a:ext cx="2133600" cy="3992"/>
          </a:xfrm>
          <a:prstGeom prst="straightConnector1">
            <a:avLst/>
          </a:prstGeom>
          <a:noFill/>
          <a:ln cap="flat" cmpd="sng" w="1016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94" name="Google Shape;94;p15"/>
          <p:cNvGrpSpPr/>
          <p:nvPr/>
        </p:nvGrpSpPr>
        <p:grpSpPr>
          <a:xfrm rot="10800000">
            <a:off x="9509760" y="-3"/>
            <a:ext cx="2682238" cy="2682238"/>
            <a:chOff x="0" y="12289"/>
            <a:chExt cx="3550" cy="3551"/>
          </a:xfrm>
        </p:grpSpPr>
        <p:sp>
          <p:nvSpPr>
            <p:cNvPr id="95" name="Google Shape;95;p15"/>
            <p:cNvSpPr/>
            <p:nvPr/>
          </p:nvSpPr>
          <p:spPr>
            <a:xfrm>
              <a:off x="0" y="12289"/>
              <a:ext cx="1789" cy="2386"/>
            </a:xfrm>
            <a:custGeom>
              <a:rect b="b" l="l" r="r" t="t"/>
              <a:pathLst>
                <a:path extrusionOk="0" h="2386" w="1789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96" name="Google Shape;96;p15"/>
            <p:cNvSpPr/>
            <p:nvPr/>
          </p:nvSpPr>
          <p:spPr>
            <a:xfrm>
              <a:off x="0" y="14678"/>
              <a:ext cx="1162" cy="1162"/>
            </a:xfrm>
            <a:custGeom>
              <a:rect b="b" l="l" r="r" t="t"/>
              <a:pathLst>
                <a:path extrusionOk="0" h="1162" w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97" name="Google Shape;97;p15"/>
            <p:cNvSpPr/>
            <p:nvPr/>
          </p:nvSpPr>
          <p:spPr>
            <a:xfrm>
              <a:off x="1221" y="14675"/>
              <a:ext cx="2329" cy="1165"/>
            </a:xfrm>
            <a:custGeom>
              <a:rect b="b" l="l" r="r" t="t"/>
              <a:pathLst>
                <a:path extrusionOk="0" h="1165" w="2329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pos="7104">
          <p15:clr>
            <a:srgbClr val="FBAE40"/>
          </p15:clr>
        </p15:guide>
        <p15:guide id="2" pos="4344">
          <p15:clr>
            <a:srgbClr val="FBAE40"/>
          </p15:clr>
        </p15:guide>
        <p15:guide id="3" pos="4560">
          <p15:clr>
            <a:srgbClr val="FBAE40"/>
          </p15:clr>
        </p15:guide>
        <p15:guide id="4" orient="horz" pos="1848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ella">
  <p:cSld name="Tabella"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 txBox="1"/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b="1" i="0" sz="44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6"/>
          <p:cNvSpPr txBox="1"/>
          <p:nvPr>
            <p:ph idx="10" type="dt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6"/>
          <p:cNvSpPr txBox="1"/>
          <p:nvPr>
            <p:ph idx="11" type="ftr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6"/>
          <p:cNvSpPr txBox="1"/>
          <p:nvPr>
            <p:ph idx="12" type="sldNum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9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">
  <p:cSld name="Team">
    <p:bg>
      <p:bgPr>
        <a:solidFill>
          <a:schemeClr val="l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oogle Shape;104;p17"/>
          <p:cNvGrpSpPr/>
          <p:nvPr/>
        </p:nvGrpSpPr>
        <p:grpSpPr>
          <a:xfrm flipH="1" rot="5400000">
            <a:off x="0" y="3900132"/>
            <a:ext cx="2959226" cy="2959226"/>
            <a:chOff x="0" y="12289"/>
            <a:chExt cx="3550" cy="3551"/>
          </a:xfrm>
        </p:grpSpPr>
        <p:sp>
          <p:nvSpPr>
            <p:cNvPr id="105" name="Google Shape;105;p17"/>
            <p:cNvSpPr/>
            <p:nvPr/>
          </p:nvSpPr>
          <p:spPr>
            <a:xfrm>
              <a:off x="0" y="12289"/>
              <a:ext cx="1789" cy="2386"/>
            </a:xfrm>
            <a:custGeom>
              <a:rect b="b" l="l" r="r" t="t"/>
              <a:pathLst>
                <a:path extrusionOk="0" h="2386" w="1789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06" name="Google Shape;106;p17"/>
            <p:cNvSpPr/>
            <p:nvPr/>
          </p:nvSpPr>
          <p:spPr>
            <a:xfrm>
              <a:off x="0" y="14678"/>
              <a:ext cx="1162" cy="1162"/>
            </a:xfrm>
            <a:custGeom>
              <a:rect b="b" l="l" r="r" t="t"/>
              <a:pathLst>
                <a:path extrusionOk="0" h="1162" w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07" name="Google Shape;107;p17"/>
            <p:cNvSpPr/>
            <p:nvPr/>
          </p:nvSpPr>
          <p:spPr>
            <a:xfrm>
              <a:off x="1221" y="14675"/>
              <a:ext cx="2329" cy="1165"/>
            </a:xfrm>
            <a:custGeom>
              <a:rect b="b" l="l" r="r" t="t"/>
              <a:pathLst>
                <a:path extrusionOk="0" h="1165" w="2329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108" name="Google Shape;108;p17"/>
          <p:cNvSpPr/>
          <p:nvPr>
            <p:ph idx="2" type="pic"/>
          </p:nvPr>
        </p:nvSpPr>
        <p:spPr>
          <a:xfrm>
            <a:off x="954268" y="2572883"/>
            <a:ext cx="2118245" cy="2037217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17"/>
          <p:cNvSpPr txBox="1"/>
          <p:nvPr>
            <p:ph type="title"/>
          </p:nvPr>
        </p:nvSpPr>
        <p:spPr>
          <a:xfrm>
            <a:off x="964022" y="879063"/>
            <a:ext cx="7532277" cy="61086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b="1" i="0" sz="44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10" name="Google Shape;110;p17"/>
          <p:cNvCxnSpPr/>
          <p:nvPr/>
        </p:nvCxnSpPr>
        <p:spPr>
          <a:xfrm>
            <a:off x="952500" y="1939108"/>
            <a:ext cx="2133600" cy="0"/>
          </a:xfrm>
          <a:prstGeom prst="straightConnector1">
            <a:avLst/>
          </a:prstGeom>
          <a:noFill/>
          <a:ln cap="flat" cmpd="sng" w="1016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1" name="Google Shape;111;p17"/>
          <p:cNvSpPr/>
          <p:nvPr>
            <p:ph idx="3" type="pic"/>
          </p:nvPr>
        </p:nvSpPr>
        <p:spPr>
          <a:xfrm>
            <a:off x="3658280" y="2572883"/>
            <a:ext cx="2118245" cy="2037217"/>
          </a:xfrm>
          <a:prstGeom prst="rect">
            <a:avLst/>
          </a:prstGeom>
          <a:noFill/>
          <a:ln>
            <a:noFill/>
          </a:ln>
        </p:spPr>
      </p:sp>
      <p:sp>
        <p:nvSpPr>
          <p:cNvPr id="112" name="Google Shape;112;p17"/>
          <p:cNvSpPr txBox="1"/>
          <p:nvPr>
            <p:ph idx="1" type="body"/>
          </p:nvPr>
        </p:nvSpPr>
        <p:spPr>
          <a:xfrm>
            <a:off x="952500" y="5393169"/>
            <a:ext cx="21336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3" name="Google Shape;113;p17"/>
          <p:cNvSpPr txBox="1"/>
          <p:nvPr>
            <p:ph idx="4" type="body"/>
          </p:nvPr>
        </p:nvSpPr>
        <p:spPr>
          <a:xfrm>
            <a:off x="952500" y="4986745"/>
            <a:ext cx="2133600" cy="2058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4" name="Google Shape;114;p17"/>
          <p:cNvSpPr txBox="1"/>
          <p:nvPr>
            <p:ph idx="5" type="body"/>
          </p:nvPr>
        </p:nvSpPr>
        <p:spPr>
          <a:xfrm>
            <a:off x="3663042" y="5393169"/>
            <a:ext cx="212815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5" name="Google Shape;115;p17"/>
          <p:cNvSpPr txBox="1"/>
          <p:nvPr>
            <p:ph idx="6" type="body"/>
          </p:nvPr>
        </p:nvSpPr>
        <p:spPr>
          <a:xfrm>
            <a:off x="3663042" y="4986745"/>
            <a:ext cx="2128157" cy="2058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6" name="Google Shape;116;p17"/>
          <p:cNvSpPr txBox="1"/>
          <p:nvPr>
            <p:ph idx="7" type="body"/>
          </p:nvPr>
        </p:nvSpPr>
        <p:spPr>
          <a:xfrm>
            <a:off x="6367054" y="5393169"/>
            <a:ext cx="212924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7" name="Google Shape;117;p17"/>
          <p:cNvSpPr txBox="1"/>
          <p:nvPr>
            <p:ph idx="8" type="body"/>
          </p:nvPr>
        </p:nvSpPr>
        <p:spPr>
          <a:xfrm>
            <a:off x="6367054" y="4986745"/>
            <a:ext cx="2129245" cy="2058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17"/>
          <p:cNvSpPr txBox="1"/>
          <p:nvPr>
            <p:ph idx="9" type="body"/>
          </p:nvPr>
        </p:nvSpPr>
        <p:spPr>
          <a:xfrm>
            <a:off x="9110254" y="5393169"/>
            <a:ext cx="212924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17"/>
          <p:cNvSpPr txBox="1"/>
          <p:nvPr>
            <p:ph idx="13" type="body"/>
          </p:nvPr>
        </p:nvSpPr>
        <p:spPr>
          <a:xfrm>
            <a:off x="9110254" y="4986745"/>
            <a:ext cx="2129245" cy="2058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120" name="Google Shape;120;p17"/>
          <p:cNvGrpSpPr/>
          <p:nvPr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1" name="Google Shape;121;p17"/>
            <p:cNvSpPr/>
            <p:nvPr/>
          </p:nvSpPr>
          <p:spPr>
            <a:xfrm>
              <a:off x="5612972" y="1"/>
              <a:ext cx="4408998" cy="3672246"/>
            </a:xfrm>
            <a:custGeom>
              <a:rect b="b" l="l" r="r" t="t"/>
              <a:pathLst>
                <a:path extrusionOk="0" h="2980" w="3578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22" name="Google Shape;122;p17"/>
            <p:cNvSpPr/>
            <p:nvPr/>
          </p:nvSpPr>
          <p:spPr>
            <a:xfrm>
              <a:off x="6341233" y="1463970"/>
              <a:ext cx="2208196" cy="2208277"/>
            </a:xfrm>
            <a:custGeom>
              <a:rect b="b" l="l" r="r" t="t"/>
              <a:pathLst>
                <a:path extrusionOk="0" h="1792" w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23" name="Google Shape;123;p17"/>
            <p:cNvSpPr/>
            <p:nvPr/>
          </p:nvSpPr>
          <p:spPr>
            <a:xfrm>
              <a:off x="8555590" y="1"/>
              <a:ext cx="1457754" cy="729520"/>
            </a:xfrm>
            <a:custGeom>
              <a:rect b="b" l="l" r="r" t="t"/>
              <a:pathLst>
                <a:path extrusionOk="0" h="592" w="1183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24" name="Google Shape;124;p17"/>
            <p:cNvSpPr/>
            <p:nvPr/>
          </p:nvSpPr>
          <p:spPr>
            <a:xfrm>
              <a:off x="7076887" y="728289"/>
              <a:ext cx="2208196" cy="2208277"/>
            </a:xfrm>
            <a:custGeom>
              <a:rect b="b" l="l" r="r" t="t"/>
              <a:pathLst>
                <a:path extrusionOk="0" h="1792" w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25" name="Google Shape;125;p17"/>
            <p:cNvSpPr/>
            <p:nvPr/>
          </p:nvSpPr>
          <p:spPr>
            <a:xfrm>
              <a:off x="9285083" y="728289"/>
              <a:ext cx="2943850" cy="2943958"/>
            </a:xfrm>
            <a:custGeom>
              <a:rect b="b" l="l" r="r" t="t"/>
              <a:pathLst>
                <a:path extrusionOk="0" h="2389" w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126" name="Google Shape;126;p17"/>
          <p:cNvSpPr/>
          <p:nvPr>
            <p:ph idx="14" type="pic"/>
          </p:nvPr>
        </p:nvSpPr>
        <p:spPr>
          <a:xfrm>
            <a:off x="6362292" y="2572883"/>
            <a:ext cx="2118245" cy="2037217"/>
          </a:xfrm>
          <a:prstGeom prst="rect">
            <a:avLst/>
          </a:prstGeom>
          <a:noFill/>
          <a:ln>
            <a:noFill/>
          </a:ln>
        </p:spPr>
      </p:sp>
      <p:sp>
        <p:nvSpPr>
          <p:cNvPr id="127" name="Google Shape;127;p17"/>
          <p:cNvSpPr/>
          <p:nvPr>
            <p:ph idx="15" type="pic"/>
          </p:nvPr>
        </p:nvSpPr>
        <p:spPr>
          <a:xfrm>
            <a:off x="9112023" y="2572883"/>
            <a:ext cx="2118245" cy="2037217"/>
          </a:xfrm>
          <a:prstGeom prst="rect">
            <a:avLst/>
          </a:prstGeom>
          <a:noFill/>
          <a:ln>
            <a:noFill/>
          </a:ln>
        </p:spPr>
      </p:sp>
      <p:sp>
        <p:nvSpPr>
          <p:cNvPr id="128" name="Google Shape;128;p17"/>
          <p:cNvSpPr txBox="1"/>
          <p:nvPr>
            <p:ph idx="10" type="dt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17"/>
          <p:cNvSpPr txBox="1"/>
          <p:nvPr>
            <p:ph idx="11" type="ftr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17"/>
          <p:cNvSpPr txBox="1"/>
          <p:nvPr>
            <p:ph idx="12" type="sldNum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4008">
          <p15:clr>
            <a:srgbClr val="FBAE40"/>
          </p15:clr>
        </p15:guide>
        <p15:guide id="5" pos="1944">
          <p15:clr>
            <a:srgbClr val="FBAE40"/>
          </p15:clr>
        </p15:guide>
        <p15:guide id="6" pos="3648">
          <p15:clr>
            <a:srgbClr val="FBAE40"/>
          </p15:clr>
        </p15:guide>
        <p15:guide id="7" orient="horz" pos="1392">
          <p15:clr>
            <a:srgbClr val="FBAE40"/>
          </p15:clr>
        </p15:guide>
        <p15:guide id="8" orient="horz" pos="552">
          <p15:clr>
            <a:srgbClr val="FBAE40"/>
          </p15:clr>
        </p15:guide>
        <p15:guide id="9" orient="horz" pos="1224">
          <p15:clr>
            <a:srgbClr val="FBAE40"/>
          </p15:clr>
        </p15:guide>
        <p15:guide id="10" pos="5352">
          <p15:clr>
            <a:srgbClr val="FBAE40"/>
          </p15:clr>
        </p15:guide>
        <p15:guide id="11" pos="5736">
          <p15:clr>
            <a:srgbClr val="FBAE40"/>
          </p15:clr>
        </p15:guide>
        <p15:guide id="12" orient="horz" pos="2904">
          <p15:clr>
            <a:srgbClr val="FBAE40"/>
          </p15:clr>
        </p15:guide>
        <p15:guide id="13" orient="horz" pos="1608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quenza temporale ">
  <p:cSld name="Sequenza temporale ">
    <p:bg>
      <p:bgPr>
        <a:solidFill>
          <a:schemeClr val="lt1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Google Shape;132;p18"/>
          <p:cNvCxnSpPr/>
          <p:nvPr/>
        </p:nvCxnSpPr>
        <p:spPr>
          <a:xfrm flipH="1">
            <a:off x="1045959" y="2213783"/>
            <a:ext cx="2136" cy="1828800"/>
          </a:xfrm>
          <a:prstGeom prst="straightConnector1">
            <a:avLst/>
          </a:prstGeom>
          <a:noFill/>
          <a:ln cap="flat" cmpd="sng" w="1651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3" name="Google Shape;133;p18"/>
          <p:cNvCxnSpPr/>
          <p:nvPr/>
        </p:nvCxnSpPr>
        <p:spPr>
          <a:xfrm flipH="1">
            <a:off x="6180493" y="2213783"/>
            <a:ext cx="11102" cy="1828800"/>
          </a:xfrm>
          <a:prstGeom prst="straightConnector1">
            <a:avLst/>
          </a:prstGeom>
          <a:noFill/>
          <a:ln cap="flat" cmpd="sng" w="1651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4" name="Google Shape;134;p18"/>
          <p:cNvCxnSpPr/>
          <p:nvPr/>
        </p:nvCxnSpPr>
        <p:spPr>
          <a:xfrm flipH="1">
            <a:off x="8745623" y="3904712"/>
            <a:ext cx="2136" cy="1828800"/>
          </a:xfrm>
          <a:prstGeom prst="straightConnector1">
            <a:avLst/>
          </a:prstGeom>
          <a:noFill/>
          <a:ln cap="flat" cmpd="sng" w="1651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5" name="Google Shape;135;p18"/>
          <p:cNvCxnSpPr/>
          <p:nvPr/>
        </p:nvCxnSpPr>
        <p:spPr>
          <a:xfrm flipH="1">
            <a:off x="3611089" y="3895941"/>
            <a:ext cx="2136" cy="1828800"/>
          </a:xfrm>
          <a:prstGeom prst="straightConnector1">
            <a:avLst/>
          </a:prstGeom>
          <a:noFill/>
          <a:ln cap="flat" cmpd="sng" w="1651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6" name="Google Shape;136;p18"/>
          <p:cNvSpPr txBox="1"/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b="1" i="0" sz="44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18"/>
          <p:cNvSpPr txBox="1"/>
          <p:nvPr>
            <p:ph idx="1" type="body"/>
          </p:nvPr>
        </p:nvSpPr>
        <p:spPr>
          <a:xfrm>
            <a:off x="1296955" y="2934856"/>
            <a:ext cx="21336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8" name="Google Shape;138;p18"/>
          <p:cNvSpPr txBox="1"/>
          <p:nvPr>
            <p:ph idx="2" type="body"/>
          </p:nvPr>
        </p:nvSpPr>
        <p:spPr>
          <a:xfrm>
            <a:off x="1296955" y="2568686"/>
            <a:ext cx="2133600" cy="2058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9" name="Google Shape;139;p18"/>
          <p:cNvSpPr txBox="1"/>
          <p:nvPr>
            <p:ph idx="3" type="body"/>
          </p:nvPr>
        </p:nvSpPr>
        <p:spPr>
          <a:xfrm>
            <a:off x="3897799" y="5087328"/>
            <a:ext cx="21336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0" name="Google Shape;140;p18"/>
          <p:cNvSpPr txBox="1"/>
          <p:nvPr>
            <p:ph idx="4" type="body"/>
          </p:nvPr>
        </p:nvSpPr>
        <p:spPr>
          <a:xfrm>
            <a:off x="3897799" y="4701908"/>
            <a:ext cx="2133600" cy="2058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1" name="Google Shape;141;p18"/>
          <p:cNvSpPr txBox="1"/>
          <p:nvPr>
            <p:ph idx="5" type="body"/>
          </p:nvPr>
        </p:nvSpPr>
        <p:spPr>
          <a:xfrm>
            <a:off x="9001711" y="5087328"/>
            <a:ext cx="21336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2" name="Google Shape;142;p18"/>
          <p:cNvSpPr txBox="1"/>
          <p:nvPr>
            <p:ph idx="6" type="body"/>
          </p:nvPr>
        </p:nvSpPr>
        <p:spPr>
          <a:xfrm>
            <a:off x="9001711" y="4701908"/>
            <a:ext cx="2133600" cy="2058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3" name="Google Shape;143;p18"/>
          <p:cNvSpPr txBox="1"/>
          <p:nvPr>
            <p:ph idx="7" type="body"/>
          </p:nvPr>
        </p:nvSpPr>
        <p:spPr>
          <a:xfrm>
            <a:off x="6438143" y="2934856"/>
            <a:ext cx="21336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4" name="Google Shape;144;p18"/>
          <p:cNvSpPr txBox="1"/>
          <p:nvPr>
            <p:ph idx="8" type="body"/>
          </p:nvPr>
        </p:nvSpPr>
        <p:spPr>
          <a:xfrm>
            <a:off x="6438143" y="2568686"/>
            <a:ext cx="2133600" cy="2058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145" name="Google Shape;145;p18"/>
          <p:cNvCxnSpPr/>
          <p:nvPr/>
        </p:nvCxnSpPr>
        <p:spPr>
          <a:xfrm>
            <a:off x="967689" y="3968780"/>
            <a:ext cx="10275477" cy="0"/>
          </a:xfrm>
          <a:prstGeom prst="straightConnector1">
            <a:avLst/>
          </a:prstGeom>
          <a:noFill/>
          <a:ln cap="flat" cmpd="sng" w="16510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6" name="Google Shape;146;p18"/>
          <p:cNvSpPr/>
          <p:nvPr/>
        </p:nvSpPr>
        <p:spPr>
          <a:xfrm>
            <a:off x="964323" y="3883241"/>
            <a:ext cx="163271" cy="163271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47" name="Google Shape;147;p18"/>
          <p:cNvSpPr/>
          <p:nvPr/>
        </p:nvSpPr>
        <p:spPr>
          <a:xfrm>
            <a:off x="3531590" y="3892012"/>
            <a:ext cx="163271" cy="163271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48" name="Google Shape;148;p18"/>
          <p:cNvSpPr/>
          <p:nvPr/>
        </p:nvSpPr>
        <p:spPr>
          <a:xfrm>
            <a:off x="6098857" y="3883241"/>
            <a:ext cx="163271" cy="163271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49" name="Google Shape;149;p18"/>
          <p:cNvSpPr/>
          <p:nvPr/>
        </p:nvSpPr>
        <p:spPr>
          <a:xfrm>
            <a:off x="8666124" y="3892012"/>
            <a:ext cx="163271" cy="163271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50" name="Google Shape;150;p18"/>
          <p:cNvSpPr txBox="1"/>
          <p:nvPr>
            <p:ph idx="10" type="dt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18"/>
          <p:cNvSpPr txBox="1"/>
          <p:nvPr>
            <p:ph idx="11" type="ftr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18"/>
          <p:cNvSpPr txBox="1"/>
          <p:nvPr>
            <p:ph idx="12" type="sldNum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3768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orient="horz" pos="1512">
          <p15:clr>
            <a:srgbClr val="FBAE40"/>
          </p15:clr>
        </p15:guide>
        <p15:guide id="11" orient="horz" pos="283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Col">
  <p:cSld name="2 Col">
    <p:bg>
      <p:bgPr>
        <a:solidFill>
          <a:schemeClr val="lt1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" name="Google Shape;154;p19"/>
          <p:cNvGrpSpPr/>
          <p:nvPr/>
        </p:nvGrpSpPr>
        <p:grpSpPr>
          <a:xfrm flipH="1" rot="5400000">
            <a:off x="0" y="3900132"/>
            <a:ext cx="2959226" cy="2959226"/>
            <a:chOff x="0" y="12289"/>
            <a:chExt cx="3550" cy="3551"/>
          </a:xfrm>
        </p:grpSpPr>
        <p:sp>
          <p:nvSpPr>
            <p:cNvPr id="155" name="Google Shape;155;p19"/>
            <p:cNvSpPr/>
            <p:nvPr/>
          </p:nvSpPr>
          <p:spPr>
            <a:xfrm>
              <a:off x="0" y="12289"/>
              <a:ext cx="1789" cy="2386"/>
            </a:xfrm>
            <a:custGeom>
              <a:rect b="b" l="l" r="r" t="t"/>
              <a:pathLst>
                <a:path extrusionOk="0" h="2386" w="1789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56" name="Google Shape;156;p19"/>
            <p:cNvSpPr/>
            <p:nvPr/>
          </p:nvSpPr>
          <p:spPr>
            <a:xfrm>
              <a:off x="0" y="14678"/>
              <a:ext cx="1162" cy="1162"/>
            </a:xfrm>
            <a:custGeom>
              <a:rect b="b" l="l" r="r" t="t"/>
              <a:pathLst>
                <a:path extrusionOk="0" h="1162" w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57" name="Google Shape;157;p19"/>
            <p:cNvSpPr/>
            <p:nvPr/>
          </p:nvSpPr>
          <p:spPr>
            <a:xfrm>
              <a:off x="1221" y="14675"/>
              <a:ext cx="2329" cy="1165"/>
            </a:xfrm>
            <a:custGeom>
              <a:rect b="b" l="l" r="r" t="t"/>
              <a:pathLst>
                <a:path extrusionOk="0" h="1165" w="2329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158" name="Google Shape;158;p19"/>
          <p:cNvSpPr txBox="1"/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b="1" i="0" sz="440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59" name="Google Shape;159;p19"/>
          <p:cNvCxnSpPr/>
          <p:nvPr/>
        </p:nvCxnSpPr>
        <p:spPr>
          <a:xfrm>
            <a:off x="952500" y="1939108"/>
            <a:ext cx="2133600" cy="3992"/>
          </a:xfrm>
          <a:prstGeom prst="straightConnector1">
            <a:avLst/>
          </a:prstGeom>
          <a:noFill/>
          <a:ln cap="flat" cmpd="sng" w="1016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0" name="Google Shape;160;p19"/>
          <p:cNvSpPr txBox="1"/>
          <p:nvPr>
            <p:ph idx="1" type="body"/>
          </p:nvPr>
        </p:nvSpPr>
        <p:spPr>
          <a:xfrm>
            <a:off x="964023" y="2300984"/>
            <a:ext cx="4827178" cy="4042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0" i="0" sz="18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61" name="Google Shape;161;p19"/>
          <p:cNvSpPr txBox="1"/>
          <p:nvPr>
            <p:ph idx="2" type="body"/>
          </p:nvPr>
        </p:nvSpPr>
        <p:spPr>
          <a:xfrm>
            <a:off x="6362700" y="2300984"/>
            <a:ext cx="4764829" cy="4042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0" i="0" sz="18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62" name="Google Shape;162;p19"/>
          <p:cNvSpPr txBox="1"/>
          <p:nvPr>
            <p:ph idx="3" type="body"/>
          </p:nvPr>
        </p:nvSpPr>
        <p:spPr>
          <a:xfrm>
            <a:off x="964023" y="2799146"/>
            <a:ext cx="4827178" cy="19421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3" name="Google Shape;163;p19"/>
          <p:cNvSpPr txBox="1"/>
          <p:nvPr>
            <p:ph idx="4" type="body"/>
          </p:nvPr>
        </p:nvSpPr>
        <p:spPr>
          <a:xfrm>
            <a:off x="6362700" y="2799146"/>
            <a:ext cx="4756241" cy="19421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164" name="Google Shape;164;p19"/>
          <p:cNvCxnSpPr/>
          <p:nvPr/>
        </p:nvCxnSpPr>
        <p:spPr>
          <a:xfrm>
            <a:off x="6362700" y="1939108"/>
            <a:ext cx="2133600" cy="3992"/>
          </a:xfrm>
          <a:prstGeom prst="straightConnector1">
            <a:avLst/>
          </a:prstGeom>
          <a:noFill/>
          <a:ln cap="flat" cmpd="sng" w="1016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5" name="Google Shape;165;p19"/>
          <p:cNvSpPr txBox="1"/>
          <p:nvPr>
            <p:ph idx="10" type="dt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19"/>
          <p:cNvSpPr txBox="1"/>
          <p:nvPr>
            <p:ph idx="11" type="ftr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19"/>
          <p:cNvSpPr txBox="1"/>
          <p:nvPr>
            <p:ph idx="12" type="sldNum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">
  <p:cSld name="3 col">
    <p:bg>
      <p:bgPr>
        <a:solidFill>
          <a:schemeClr val="lt1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9" name="Google Shape;169;p20"/>
          <p:cNvGrpSpPr/>
          <p:nvPr/>
        </p:nvGrpSpPr>
        <p:grpSpPr>
          <a:xfrm flipH="1" rot="5400000">
            <a:off x="0" y="3900132"/>
            <a:ext cx="2959226" cy="2959226"/>
            <a:chOff x="0" y="12289"/>
            <a:chExt cx="3550" cy="3551"/>
          </a:xfrm>
        </p:grpSpPr>
        <p:sp>
          <p:nvSpPr>
            <p:cNvPr id="170" name="Google Shape;170;p20"/>
            <p:cNvSpPr/>
            <p:nvPr/>
          </p:nvSpPr>
          <p:spPr>
            <a:xfrm>
              <a:off x="0" y="12289"/>
              <a:ext cx="1789" cy="2386"/>
            </a:xfrm>
            <a:custGeom>
              <a:rect b="b" l="l" r="r" t="t"/>
              <a:pathLst>
                <a:path extrusionOk="0" h="2386" w="1789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71" name="Google Shape;171;p20"/>
            <p:cNvSpPr/>
            <p:nvPr/>
          </p:nvSpPr>
          <p:spPr>
            <a:xfrm>
              <a:off x="0" y="14678"/>
              <a:ext cx="1162" cy="1162"/>
            </a:xfrm>
            <a:custGeom>
              <a:rect b="b" l="l" r="r" t="t"/>
              <a:pathLst>
                <a:path extrusionOk="0" h="1162" w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72" name="Google Shape;172;p20"/>
            <p:cNvSpPr/>
            <p:nvPr/>
          </p:nvSpPr>
          <p:spPr>
            <a:xfrm>
              <a:off x="1221" y="14675"/>
              <a:ext cx="2329" cy="1165"/>
            </a:xfrm>
            <a:custGeom>
              <a:rect b="b" l="l" r="r" t="t"/>
              <a:pathLst>
                <a:path extrusionOk="0" h="1165" w="2329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173" name="Google Shape;173;p20"/>
          <p:cNvSpPr txBox="1"/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b="1" i="0" sz="440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74" name="Google Shape;174;p20"/>
          <p:cNvCxnSpPr/>
          <p:nvPr/>
        </p:nvCxnSpPr>
        <p:spPr>
          <a:xfrm>
            <a:off x="952500" y="1939108"/>
            <a:ext cx="2133600" cy="3992"/>
          </a:xfrm>
          <a:prstGeom prst="straightConnector1">
            <a:avLst/>
          </a:prstGeom>
          <a:noFill/>
          <a:ln cap="flat" cmpd="sng" w="1016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5" name="Google Shape;175;p20"/>
          <p:cNvSpPr txBox="1"/>
          <p:nvPr>
            <p:ph idx="1" type="body"/>
          </p:nvPr>
        </p:nvSpPr>
        <p:spPr>
          <a:xfrm>
            <a:off x="952500" y="2300156"/>
            <a:ext cx="3036477" cy="4042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76" name="Google Shape;176;p20"/>
          <p:cNvSpPr txBox="1"/>
          <p:nvPr>
            <p:ph idx="2" type="body"/>
          </p:nvPr>
        </p:nvSpPr>
        <p:spPr>
          <a:xfrm>
            <a:off x="952500" y="2799146"/>
            <a:ext cx="3036477" cy="19421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7" name="Google Shape;177;p20"/>
          <p:cNvSpPr txBox="1"/>
          <p:nvPr>
            <p:ph idx="3" type="body"/>
          </p:nvPr>
        </p:nvSpPr>
        <p:spPr>
          <a:xfrm>
            <a:off x="4569372" y="2300156"/>
            <a:ext cx="3036477" cy="4042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78" name="Google Shape;178;p20"/>
          <p:cNvSpPr txBox="1"/>
          <p:nvPr>
            <p:ph idx="4" type="body"/>
          </p:nvPr>
        </p:nvSpPr>
        <p:spPr>
          <a:xfrm>
            <a:off x="4569372" y="2799146"/>
            <a:ext cx="3050628" cy="19421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9" name="Google Shape;179;p20"/>
          <p:cNvSpPr txBox="1"/>
          <p:nvPr>
            <p:ph idx="5" type="body"/>
          </p:nvPr>
        </p:nvSpPr>
        <p:spPr>
          <a:xfrm>
            <a:off x="8187017" y="2300156"/>
            <a:ext cx="3036477" cy="4042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80" name="Google Shape;180;p20"/>
          <p:cNvSpPr txBox="1"/>
          <p:nvPr>
            <p:ph idx="6" type="body"/>
          </p:nvPr>
        </p:nvSpPr>
        <p:spPr>
          <a:xfrm>
            <a:off x="8187017" y="2799146"/>
            <a:ext cx="3036477" cy="19421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181" name="Google Shape;181;p20"/>
          <p:cNvCxnSpPr/>
          <p:nvPr/>
        </p:nvCxnSpPr>
        <p:spPr>
          <a:xfrm>
            <a:off x="4569372" y="1939108"/>
            <a:ext cx="2133600" cy="3992"/>
          </a:xfrm>
          <a:prstGeom prst="straightConnector1">
            <a:avLst/>
          </a:prstGeom>
          <a:noFill/>
          <a:ln cap="flat" cmpd="sng" w="1016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2" name="Google Shape;182;p20"/>
          <p:cNvCxnSpPr/>
          <p:nvPr/>
        </p:nvCxnSpPr>
        <p:spPr>
          <a:xfrm>
            <a:off x="8187017" y="1939108"/>
            <a:ext cx="2133600" cy="3992"/>
          </a:xfrm>
          <a:prstGeom prst="straightConnector1">
            <a:avLst/>
          </a:prstGeom>
          <a:noFill/>
          <a:ln cap="flat" cmpd="sng" w="1016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3" name="Google Shape;183;p20"/>
          <p:cNvSpPr txBox="1"/>
          <p:nvPr>
            <p:ph idx="10" type="dt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p20"/>
          <p:cNvSpPr txBox="1"/>
          <p:nvPr>
            <p:ph idx="11" type="ftr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" name="Google Shape;185;p20"/>
          <p:cNvSpPr txBox="1"/>
          <p:nvPr>
            <p:ph idx="12" type="sldNum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520">
          <p15:clr>
            <a:srgbClr val="FBAE40"/>
          </p15:clr>
        </p15:guide>
        <p15:guide id="4" pos="5160">
          <p15:clr>
            <a:srgbClr val="FBAE40"/>
          </p15:clr>
        </p15:guide>
        <p15:guide id="5" orient="horz" pos="1224">
          <p15:clr>
            <a:srgbClr val="FBAE40"/>
          </p15:clr>
        </p15:guide>
        <p15:guide id="6" orient="horz" pos="1440">
          <p15:clr>
            <a:srgbClr val="FBAE40"/>
          </p15:clr>
        </p15:guide>
        <p15:guide id="7" orient="horz" pos="552">
          <p15:clr>
            <a:srgbClr val="FBAE40"/>
          </p15:clr>
        </p15:guide>
        <p15:guide id="8" pos="4800">
          <p15:clr>
            <a:srgbClr val="FBAE40"/>
          </p15:clr>
        </p15:guide>
        <p15:guide id="9" pos="2880">
          <p15:clr>
            <a:srgbClr val="FBAE40"/>
          </p15:clr>
        </p15:guide>
        <p15:guide id="10" orient="horz" pos="17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iepilogo ">
  <p:cSld name="Riepilogo ">
    <p:bg>
      <p:bgPr>
        <a:solidFill>
          <a:schemeClr val="lt1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1"/>
          <p:cNvSpPr txBox="1"/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b="1" i="0" sz="440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88" name="Google Shape;188;p21"/>
          <p:cNvCxnSpPr/>
          <p:nvPr/>
        </p:nvCxnSpPr>
        <p:spPr>
          <a:xfrm>
            <a:off x="952500" y="1939108"/>
            <a:ext cx="2133600" cy="3992"/>
          </a:xfrm>
          <a:prstGeom prst="straightConnector1">
            <a:avLst/>
          </a:prstGeom>
          <a:noFill/>
          <a:ln cap="flat" cmpd="sng" w="1016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9" name="Google Shape;189;p21"/>
          <p:cNvSpPr txBox="1"/>
          <p:nvPr>
            <p:ph idx="1" type="body"/>
          </p:nvPr>
        </p:nvSpPr>
        <p:spPr>
          <a:xfrm>
            <a:off x="952500" y="2656904"/>
            <a:ext cx="4838700" cy="574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190" name="Google Shape;190;p21"/>
          <p:cNvGrpSpPr/>
          <p:nvPr/>
        </p:nvGrpSpPr>
        <p:grpSpPr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91" name="Google Shape;191;p21"/>
            <p:cNvSpPr/>
            <p:nvPr/>
          </p:nvSpPr>
          <p:spPr>
            <a:xfrm>
              <a:off x="0" y="12289"/>
              <a:ext cx="1789" cy="2386"/>
            </a:xfrm>
            <a:custGeom>
              <a:rect b="b" l="l" r="r" t="t"/>
              <a:pathLst>
                <a:path extrusionOk="0" h="2386" w="1789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92" name="Google Shape;192;p21"/>
            <p:cNvSpPr/>
            <p:nvPr/>
          </p:nvSpPr>
          <p:spPr>
            <a:xfrm>
              <a:off x="0" y="14678"/>
              <a:ext cx="1162" cy="1162"/>
            </a:xfrm>
            <a:custGeom>
              <a:rect b="b" l="l" r="r" t="t"/>
              <a:pathLst>
                <a:path extrusionOk="0" h="1162" w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93" name="Google Shape;193;p21"/>
            <p:cNvSpPr/>
            <p:nvPr/>
          </p:nvSpPr>
          <p:spPr>
            <a:xfrm>
              <a:off x="1221" y="14675"/>
              <a:ext cx="2329" cy="1165"/>
            </a:xfrm>
            <a:custGeom>
              <a:rect b="b" l="l" r="r" t="t"/>
              <a:pathLst>
                <a:path extrusionOk="0" h="1165" w="2329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194" name="Google Shape;194;p21"/>
          <p:cNvSpPr txBox="1"/>
          <p:nvPr>
            <p:ph idx="2" type="body"/>
          </p:nvPr>
        </p:nvSpPr>
        <p:spPr>
          <a:xfrm>
            <a:off x="952500" y="2286000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0" sz="18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5" name="Google Shape;195;p21"/>
          <p:cNvSpPr txBox="1"/>
          <p:nvPr>
            <p:ph idx="3" type="body"/>
          </p:nvPr>
        </p:nvSpPr>
        <p:spPr>
          <a:xfrm>
            <a:off x="953655" y="3841846"/>
            <a:ext cx="4838700" cy="6367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6" name="Google Shape;196;p21"/>
          <p:cNvSpPr txBox="1"/>
          <p:nvPr>
            <p:ph idx="4" type="body"/>
          </p:nvPr>
        </p:nvSpPr>
        <p:spPr>
          <a:xfrm>
            <a:off x="953655" y="3470942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0" sz="18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7" name="Google Shape;197;p21"/>
          <p:cNvSpPr txBox="1"/>
          <p:nvPr>
            <p:ph idx="5" type="body"/>
          </p:nvPr>
        </p:nvSpPr>
        <p:spPr>
          <a:xfrm>
            <a:off x="952500" y="5017901"/>
            <a:ext cx="4838700" cy="908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8" name="Google Shape;198;p21"/>
          <p:cNvSpPr txBox="1"/>
          <p:nvPr>
            <p:ph idx="6" type="body"/>
          </p:nvPr>
        </p:nvSpPr>
        <p:spPr>
          <a:xfrm>
            <a:off x="952500" y="4646997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0" sz="18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9" name="Google Shape;199;p21"/>
          <p:cNvSpPr txBox="1"/>
          <p:nvPr>
            <p:ph idx="7" type="body"/>
          </p:nvPr>
        </p:nvSpPr>
        <p:spPr>
          <a:xfrm>
            <a:off x="6399647" y="2656904"/>
            <a:ext cx="4838700" cy="574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0" name="Google Shape;200;p21"/>
          <p:cNvSpPr txBox="1"/>
          <p:nvPr>
            <p:ph idx="8" type="body"/>
          </p:nvPr>
        </p:nvSpPr>
        <p:spPr>
          <a:xfrm>
            <a:off x="6399647" y="2286000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0" sz="18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1" name="Google Shape;201;p21"/>
          <p:cNvSpPr txBox="1"/>
          <p:nvPr>
            <p:ph idx="9" type="body"/>
          </p:nvPr>
        </p:nvSpPr>
        <p:spPr>
          <a:xfrm>
            <a:off x="6399647" y="3841846"/>
            <a:ext cx="4838700" cy="908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2" name="Google Shape;202;p21"/>
          <p:cNvSpPr txBox="1"/>
          <p:nvPr>
            <p:ph idx="13" type="body"/>
          </p:nvPr>
        </p:nvSpPr>
        <p:spPr>
          <a:xfrm>
            <a:off x="6399647" y="3470942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0" sz="18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3" name="Google Shape;203;p21"/>
          <p:cNvSpPr txBox="1"/>
          <p:nvPr>
            <p:ph idx="10" type="dt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21"/>
          <p:cNvSpPr txBox="1"/>
          <p:nvPr>
            <p:ph idx="11" type="ftr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21"/>
          <p:cNvSpPr txBox="1"/>
          <p:nvPr>
            <p:ph idx="12" type="sldNum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/>
          <p:nvPr>
            <p:ph idx="1" type="body"/>
          </p:nvPr>
        </p:nvSpPr>
        <p:spPr>
          <a:xfrm>
            <a:off x="971550" y="1825625"/>
            <a:ext cx="1038225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1" name="Google Shape;11;p8"/>
          <p:cNvSpPr txBox="1"/>
          <p:nvPr>
            <p:ph type="title"/>
          </p:nvPr>
        </p:nvSpPr>
        <p:spPr>
          <a:xfrm>
            <a:off x="952500" y="365125"/>
            <a:ext cx="104013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b="1" i="0" sz="4400" u="none" cap="none" strike="noStrik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8"/>
          <p:cNvSpPr txBox="1"/>
          <p:nvPr>
            <p:ph idx="10" type="dt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3" name="Google Shape;13;p8"/>
          <p:cNvSpPr txBox="1"/>
          <p:nvPr>
            <p:ph idx="11" type="ftr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"/>
          <p:cNvSpPr txBox="1"/>
          <p:nvPr>
            <p:ph type="ctrTitle"/>
          </p:nvPr>
        </p:nvSpPr>
        <p:spPr>
          <a:xfrm>
            <a:off x="6367054" y="2116182"/>
            <a:ext cx="5491571" cy="151401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Franklin Gothic"/>
              <a:buNone/>
            </a:pPr>
            <a:r>
              <a:rPr lang="it-IT"/>
              <a:t>Presentazione terza Sprint</a:t>
            </a:r>
            <a:endParaRPr/>
          </a:p>
        </p:txBody>
      </p:sp>
      <p:sp>
        <p:nvSpPr>
          <p:cNvPr id="212" name="Google Shape;212;p1"/>
          <p:cNvSpPr txBox="1"/>
          <p:nvPr>
            <p:ph idx="1" type="body"/>
          </p:nvPr>
        </p:nvSpPr>
        <p:spPr>
          <a:xfrm>
            <a:off x="6367055" y="4549553"/>
            <a:ext cx="5491570" cy="18771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it-IT">
                <a:latin typeface="Franklin Gothic"/>
                <a:ea typeface="Franklin Gothic"/>
                <a:cs typeface="Franklin Gothic"/>
                <a:sym typeface="Franklin Gothic"/>
              </a:rPr>
              <a:t>Gruppo 04</a:t>
            </a:r>
            <a:r>
              <a:rPr lang="it-IT"/>
              <a:t>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CA655"/>
              </a:buClr>
              <a:buSzPts val="1800"/>
              <a:buNone/>
            </a:pPr>
            <a:r>
              <a:rPr b="0" i="0" lang="it-IT" sz="1800" u="none" strike="noStrike">
                <a:solidFill>
                  <a:srgbClr val="7CA655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Lanzara Nicola</a:t>
            </a:r>
            <a:endParaRPr b="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CA655"/>
              </a:buClr>
              <a:buSzPts val="1800"/>
              <a:buNone/>
            </a:pPr>
            <a:r>
              <a:rPr b="0" i="0" lang="it-IT" sz="1800" u="none" strike="noStrike">
                <a:solidFill>
                  <a:srgbClr val="7CA655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Orlando Palma</a:t>
            </a:r>
            <a:endParaRPr b="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CA655"/>
              </a:buClr>
              <a:buSzPts val="1800"/>
              <a:buNone/>
            </a:pPr>
            <a:r>
              <a:rPr b="0" i="0" lang="it-IT" sz="1800" u="none" strike="noStrike">
                <a:solidFill>
                  <a:srgbClr val="7CA655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Pacifico Simone</a:t>
            </a:r>
            <a:endParaRPr b="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CA655"/>
              </a:buClr>
              <a:buSzPts val="1800"/>
              <a:buNone/>
            </a:pPr>
            <a:r>
              <a:rPr b="0" i="0" lang="it-IT" sz="1800" u="none" strike="noStrike">
                <a:solidFill>
                  <a:srgbClr val="7CA655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Vitolo Miriam</a:t>
            </a:r>
            <a:endParaRPr b="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br>
              <a:rPr lang="it-IT"/>
            </a:b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"/>
          <p:cNvSpPr txBox="1"/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</a:pPr>
            <a:r>
              <a:rPr lang="it-IT"/>
              <a:t>Presentazione</a:t>
            </a:r>
            <a:endParaRPr/>
          </a:p>
        </p:txBody>
      </p:sp>
      <p:sp>
        <p:nvSpPr>
          <p:cNvPr id="219" name="Google Shape;219;p2"/>
          <p:cNvSpPr txBox="1"/>
          <p:nvPr>
            <p:ph idx="2" type="body"/>
          </p:nvPr>
        </p:nvSpPr>
        <p:spPr>
          <a:xfrm>
            <a:off x="952500" y="2209800"/>
            <a:ext cx="21336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it-IT"/>
              <a:t>01. Release</a:t>
            </a:r>
            <a:endParaRPr/>
          </a:p>
        </p:txBody>
      </p:sp>
      <p:sp>
        <p:nvSpPr>
          <p:cNvPr id="220" name="Google Shape;220;p2"/>
          <p:cNvSpPr txBox="1"/>
          <p:nvPr>
            <p:ph idx="1" type="body"/>
          </p:nvPr>
        </p:nvSpPr>
        <p:spPr>
          <a:xfrm>
            <a:off x="952500" y="2818295"/>
            <a:ext cx="2133600" cy="766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it-IT"/>
              <a:t>Sguardo alla seconda release del software</a:t>
            </a:r>
            <a:endParaRPr/>
          </a:p>
        </p:txBody>
      </p:sp>
      <p:sp>
        <p:nvSpPr>
          <p:cNvPr id="221" name="Google Shape;221;p2"/>
          <p:cNvSpPr txBox="1"/>
          <p:nvPr>
            <p:ph idx="4" type="body"/>
          </p:nvPr>
        </p:nvSpPr>
        <p:spPr>
          <a:xfrm>
            <a:off x="3663042" y="2209800"/>
            <a:ext cx="2128157" cy="5421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it-IT"/>
              <a:t>02. Sprint e Product Backlog</a:t>
            </a:r>
            <a:endParaRPr/>
          </a:p>
        </p:txBody>
      </p:sp>
      <p:sp>
        <p:nvSpPr>
          <p:cNvPr id="222" name="Google Shape;222;p2"/>
          <p:cNvSpPr txBox="1"/>
          <p:nvPr>
            <p:ph idx="3" type="body"/>
          </p:nvPr>
        </p:nvSpPr>
        <p:spPr>
          <a:xfrm>
            <a:off x="3663042" y="2818295"/>
            <a:ext cx="2128157" cy="766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it-IT"/>
              <a:t>User story pianificate per la sprint, completate e rimanenti</a:t>
            </a:r>
            <a:endParaRPr/>
          </a:p>
        </p:txBody>
      </p:sp>
      <p:sp>
        <p:nvSpPr>
          <p:cNvPr id="223" name="Google Shape;223;p2"/>
          <p:cNvSpPr txBox="1"/>
          <p:nvPr>
            <p:ph idx="6" type="body"/>
          </p:nvPr>
        </p:nvSpPr>
        <p:spPr>
          <a:xfrm>
            <a:off x="952500" y="4522803"/>
            <a:ext cx="21336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it-IT"/>
              <a:t>03. Burndown chart</a:t>
            </a:r>
            <a:endParaRPr/>
          </a:p>
        </p:txBody>
      </p:sp>
      <p:sp>
        <p:nvSpPr>
          <p:cNvPr id="224" name="Google Shape;224;p2"/>
          <p:cNvSpPr txBox="1"/>
          <p:nvPr>
            <p:ph idx="5" type="body"/>
          </p:nvPr>
        </p:nvSpPr>
        <p:spPr>
          <a:xfrm>
            <a:off x="952500" y="5131298"/>
            <a:ext cx="2133600" cy="766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it-IT"/>
              <a:t>Rappresentazione grafica dei progressi</a:t>
            </a:r>
            <a:endParaRPr/>
          </a:p>
        </p:txBody>
      </p:sp>
      <p:sp>
        <p:nvSpPr>
          <p:cNvPr id="225" name="Google Shape;225;p2"/>
          <p:cNvSpPr txBox="1"/>
          <p:nvPr>
            <p:ph idx="8" type="body"/>
          </p:nvPr>
        </p:nvSpPr>
        <p:spPr>
          <a:xfrm>
            <a:off x="3663042" y="4522803"/>
            <a:ext cx="212815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it-IT"/>
              <a:t>04. Sprint retrospective</a:t>
            </a:r>
            <a:endParaRPr/>
          </a:p>
        </p:txBody>
      </p:sp>
      <p:sp>
        <p:nvSpPr>
          <p:cNvPr id="226" name="Google Shape;226;p2"/>
          <p:cNvSpPr txBox="1"/>
          <p:nvPr>
            <p:ph idx="7" type="body"/>
          </p:nvPr>
        </p:nvSpPr>
        <p:spPr>
          <a:xfrm>
            <a:off x="3663042" y="5131298"/>
            <a:ext cx="2128157" cy="766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it-IT"/>
              <a:t>Presentazione sintetica della sprint retrospective</a:t>
            </a:r>
            <a:endParaRPr/>
          </a:p>
        </p:txBody>
      </p:sp>
      <p:sp>
        <p:nvSpPr>
          <p:cNvPr id="227" name="Google Shape;227;p2"/>
          <p:cNvSpPr txBox="1"/>
          <p:nvPr>
            <p:ph idx="13" type="body"/>
          </p:nvPr>
        </p:nvSpPr>
        <p:spPr>
          <a:xfrm>
            <a:off x="6367054" y="4522803"/>
            <a:ext cx="2129245" cy="5421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it-IT"/>
              <a:t>05. Sprint review</a:t>
            </a:r>
            <a:endParaRPr/>
          </a:p>
        </p:txBody>
      </p:sp>
      <p:sp>
        <p:nvSpPr>
          <p:cNvPr id="228" name="Google Shape;228;p2"/>
          <p:cNvSpPr txBox="1"/>
          <p:nvPr>
            <p:ph idx="9" type="body"/>
          </p:nvPr>
        </p:nvSpPr>
        <p:spPr>
          <a:xfrm>
            <a:off x="6367054" y="5131298"/>
            <a:ext cx="2129245" cy="766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it-IT"/>
              <a:t>Presentazione sintetica della sprint review</a:t>
            </a:r>
            <a:endParaRPr/>
          </a:p>
        </p:txBody>
      </p:sp>
      <p:sp>
        <p:nvSpPr>
          <p:cNvPr id="229" name="Google Shape;229;p2"/>
          <p:cNvSpPr txBox="1"/>
          <p:nvPr>
            <p:ph idx="12" type="sldNum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30" name="Google Shape;230;p2"/>
          <p:cNvSpPr txBox="1"/>
          <p:nvPr>
            <p:ph idx="11" type="ftr"/>
          </p:nvPr>
        </p:nvSpPr>
        <p:spPr>
          <a:xfrm>
            <a:off x="1302589" y="6332220"/>
            <a:ext cx="1783511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-IT"/>
              <a:t>Presentazione seconda sprint</a:t>
            </a:r>
            <a:endParaRPr/>
          </a:p>
        </p:txBody>
      </p:sp>
      <p:sp>
        <p:nvSpPr>
          <p:cNvPr id="231" name="Google Shape;231;p2"/>
          <p:cNvSpPr txBox="1"/>
          <p:nvPr>
            <p:ph idx="10" type="dt"/>
          </p:nvPr>
        </p:nvSpPr>
        <p:spPr>
          <a:xfrm>
            <a:off x="3243416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-IT"/>
              <a:t>4 Dicembre 2023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"/>
          <p:cNvSpPr txBox="1"/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</a:pPr>
            <a:r>
              <a:rPr lang="it-IT"/>
              <a:t>Seconda Release</a:t>
            </a:r>
            <a:endParaRPr/>
          </a:p>
        </p:txBody>
      </p:sp>
      <p:sp>
        <p:nvSpPr>
          <p:cNvPr id="238" name="Google Shape;238;p3"/>
          <p:cNvSpPr txBox="1"/>
          <p:nvPr>
            <p:ph idx="1" type="body"/>
          </p:nvPr>
        </p:nvSpPr>
        <p:spPr>
          <a:xfrm>
            <a:off x="952499" y="2289362"/>
            <a:ext cx="4715056" cy="32560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it-IT"/>
              <a:t>Nella seconda release l’applicazione presenta: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it-IT"/>
              <a:t>Una maggior scelta di condizioni (Giorno della settimana, giorno del mese, giorno dell’anno, file esistente, dimensione di un file);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it-IT"/>
              <a:t>Una maggior scelta di azioni (Scrivi su un file, copia un file, sposta un file, elimina un file);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it-IT"/>
              <a:t>Introduzione della sezione controlla in cui si può specificare il periodo per cui si ripete la regola (Sempre, una volta, periodicamente).</a:t>
            </a:r>
            <a:endParaRPr/>
          </a:p>
        </p:txBody>
      </p:sp>
      <p:sp>
        <p:nvSpPr>
          <p:cNvPr id="239" name="Google Shape;239;p3"/>
          <p:cNvSpPr txBox="1"/>
          <p:nvPr>
            <p:ph idx="10" type="dt"/>
          </p:nvPr>
        </p:nvSpPr>
        <p:spPr>
          <a:xfrm>
            <a:off x="3234812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-IT"/>
              <a:t>4 Dicembre 2023</a:t>
            </a:r>
            <a:endParaRPr/>
          </a:p>
        </p:txBody>
      </p:sp>
      <p:sp>
        <p:nvSpPr>
          <p:cNvPr id="240" name="Google Shape;240;p3"/>
          <p:cNvSpPr txBox="1"/>
          <p:nvPr>
            <p:ph idx="11" type="ftr"/>
          </p:nvPr>
        </p:nvSpPr>
        <p:spPr>
          <a:xfrm>
            <a:off x="1276349" y="6332220"/>
            <a:ext cx="1958463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-IT"/>
              <a:t>Presentazione seconda sprint</a:t>
            </a:r>
            <a:endParaRPr/>
          </a:p>
        </p:txBody>
      </p:sp>
      <p:sp>
        <p:nvSpPr>
          <p:cNvPr id="241" name="Google Shape;241;p3"/>
          <p:cNvSpPr txBox="1"/>
          <p:nvPr>
            <p:ph idx="12" type="sldNum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pic>
        <p:nvPicPr>
          <p:cNvPr id="242" name="Google Shape;24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05500" y="712229"/>
            <a:ext cx="5883377" cy="58436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"/>
          <p:cNvSpPr/>
          <p:nvPr/>
        </p:nvSpPr>
        <p:spPr>
          <a:xfrm>
            <a:off x="646981" y="1091529"/>
            <a:ext cx="1199072" cy="1147313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49" name="Google Shape;249;p4"/>
          <p:cNvSpPr txBox="1"/>
          <p:nvPr/>
        </p:nvSpPr>
        <p:spPr>
          <a:xfrm>
            <a:off x="463691" y="380815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Libre Franklin"/>
              <a:buNone/>
            </a:pPr>
            <a:r>
              <a:rPr b="1" i="0" lang="it-IT" sz="4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Sprint Backlog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4"/>
          <p:cNvSpPr txBox="1"/>
          <p:nvPr/>
        </p:nvSpPr>
        <p:spPr>
          <a:xfrm>
            <a:off x="1741426" y="5052387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Libre Franklin"/>
              <a:buNone/>
            </a:pPr>
            <a:r>
              <a:rPr b="1" i="0" lang="it-IT" sz="4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Product Backlog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4"/>
          <p:cNvSpPr txBox="1"/>
          <p:nvPr/>
        </p:nvSpPr>
        <p:spPr>
          <a:xfrm>
            <a:off x="6920999" y="5571921"/>
            <a:ext cx="5080010" cy="9232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it-IT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È stato aggiunto un task per migliorare l’interfaccia utente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it-IT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No technical debts</a:t>
            </a:r>
            <a:endParaRPr b="0" i="0" sz="18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52" name="Google Shape;252;p4"/>
          <p:cNvSpPr txBox="1"/>
          <p:nvPr/>
        </p:nvSpPr>
        <p:spPr>
          <a:xfrm>
            <a:off x="971550" y="6288658"/>
            <a:ext cx="547014" cy="2912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fld id="{00000000-1234-1234-1234-123412341234}" type="slidenum">
              <a:rPr b="0" i="0" lang="it-IT" sz="105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‹#›</a:t>
            </a:fld>
            <a:endParaRPr b="0" i="0" sz="105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53" name="Google Shape;253;p4"/>
          <p:cNvSpPr txBox="1"/>
          <p:nvPr/>
        </p:nvSpPr>
        <p:spPr>
          <a:xfrm>
            <a:off x="1293961" y="6282002"/>
            <a:ext cx="2324309" cy="2978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it-IT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Presentazione seconda sprint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4"/>
          <p:cNvSpPr txBox="1"/>
          <p:nvPr/>
        </p:nvSpPr>
        <p:spPr>
          <a:xfrm>
            <a:off x="3367137" y="6288658"/>
            <a:ext cx="1372846" cy="2912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it-IT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4 Dicembre 2023</a:t>
            </a:r>
            <a:endParaRPr b="0" i="0" sz="11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id="255" name="Google Shape;25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6981" y="1091529"/>
            <a:ext cx="4193783" cy="48810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96267" y="-1736267"/>
            <a:ext cx="4582594" cy="64792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5"/>
          <p:cNvSpPr txBox="1"/>
          <p:nvPr>
            <p:ph type="title"/>
          </p:nvPr>
        </p:nvSpPr>
        <p:spPr>
          <a:xfrm>
            <a:off x="964023" y="879063"/>
            <a:ext cx="9062572" cy="61086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</a:pPr>
            <a:r>
              <a:rPr lang="it-IT"/>
              <a:t>Burn down chart seconda Sprint </a:t>
            </a:r>
            <a:endParaRPr/>
          </a:p>
        </p:txBody>
      </p:sp>
      <p:sp>
        <p:nvSpPr>
          <p:cNvPr id="263" name="Google Shape;263;p5"/>
          <p:cNvSpPr txBox="1"/>
          <p:nvPr>
            <p:ph idx="12" type="sldNum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64" name="Google Shape;264;p5"/>
          <p:cNvSpPr txBox="1"/>
          <p:nvPr>
            <p:ph idx="11" type="ftr"/>
          </p:nvPr>
        </p:nvSpPr>
        <p:spPr>
          <a:xfrm>
            <a:off x="1293962" y="6332220"/>
            <a:ext cx="1925692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-IT"/>
              <a:t>Presentazione seconda sprint</a:t>
            </a:r>
            <a:endParaRPr/>
          </a:p>
        </p:txBody>
      </p:sp>
      <p:sp>
        <p:nvSpPr>
          <p:cNvPr id="265" name="Google Shape;265;p5"/>
          <p:cNvSpPr txBox="1"/>
          <p:nvPr>
            <p:ph idx="10" type="dt"/>
          </p:nvPr>
        </p:nvSpPr>
        <p:spPr>
          <a:xfrm>
            <a:off x="3219654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-IT"/>
              <a:t>4 Dicembre 2023</a:t>
            </a:r>
            <a:endParaRPr/>
          </a:p>
        </p:txBody>
      </p:sp>
      <p:pic>
        <p:nvPicPr>
          <p:cNvPr id="266" name="Google Shape;266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2463" y="1489930"/>
            <a:ext cx="7766065" cy="46362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2a1f8b89a3c_1_9"/>
          <p:cNvSpPr txBox="1"/>
          <p:nvPr>
            <p:ph type="title"/>
          </p:nvPr>
        </p:nvSpPr>
        <p:spPr>
          <a:xfrm>
            <a:off x="964023" y="879063"/>
            <a:ext cx="90627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</a:pPr>
            <a:r>
              <a:rPr lang="it-IT"/>
              <a:t>Burn down chart progetto</a:t>
            </a:r>
            <a:endParaRPr/>
          </a:p>
        </p:txBody>
      </p:sp>
      <p:sp>
        <p:nvSpPr>
          <p:cNvPr id="273" name="Google Shape;273;g2a1f8b89a3c_1_9"/>
          <p:cNvSpPr txBox="1"/>
          <p:nvPr>
            <p:ph idx="12" type="sldNum"/>
          </p:nvPr>
        </p:nvSpPr>
        <p:spPr>
          <a:xfrm>
            <a:off x="971550" y="6332220"/>
            <a:ext cx="5232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74" name="Google Shape;274;g2a1f8b89a3c_1_9"/>
          <p:cNvSpPr txBox="1"/>
          <p:nvPr>
            <p:ph idx="11" type="ftr"/>
          </p:nvPr>
        </p:nvSpPr>
        <p:spPr>
          <a:xfrm>
            <a:off x="1293962" y="6332220"/>
            <a:ext cx="19257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-IT"/>
              <a:t>Presentazione seconda sprint</a:t>
            </a:r>
            <a:endParaRPr/>
          </a:p>
        </p:txBody>
      </p:sp>
      <p:sp>
        <p:nvSpPr>
          <p:cNvPr id="275" name="Google Shape;275;g2a1f8b89a3c_1_9"/>
          <p:cNvSpPr txBox="1"/>
          <p:nvPr>
            <p:ph idx="10" type="dt"/>
          </p:nvPr>
        </p:nvSpPr>
        <p:spPr>
          <a:xfrm>
            <a:off x="3219654" y="6332220"/>
            <a:ext cx="13131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-IT"/>
              <a:t>4 Dicembre 2023</a:t>
            </a:r>
            <a:endParaRPr/>
          </a:p>
        </p:txBody>
      </p:sp>
      <p:pic>
        <p:nvPicPr>
          <p:cNvPr id="276" name="Google Shape;276;g2a1f8b89a3c_1_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9975" y="1489875"/>
            <a:ext cx="7996749" cy="448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6"/>
          <p:cNvSpPr txBox="1"/>
          <p:nvPr>
            <p:ph type="title"/>
          </p:nvPr>
        </p:nvSpPr>
        <p:spPr>
          <a:xfrm>
            <a:off x="964023" y="879063"/>
            <a:ext cx="49416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Franklin Gothic"/>
              <a:buNone/>
            </a:pPr>
            <a:r>
              <a:rPr lang="it-IT"/>
              <a:t>Sprint</a:t>
            </a:r>
            <a:br>
              <a:rPr lang="it-IT"/>
            </a:br>
            <a:r>
              <a:rPr lang="it-IT"/>
              <a:t>retrospective</a:t>
            </a:r>
            <a:endParaRPr/>
          </a:p>
        </p:txBody>
      </p:sp>
      <p:sp>
        <p:nvSpPr>
          <p:cNvPr id="283" name="Google Shape;283;p6"/>
          <p:cNvSpPr txBox="1"/>
          <p:nvPr>
            <p:ph idx="10" type="dt"/>
          </p:nvPr>
        </p:nvSpPr>
        <p:spPr>
          <a:xfrm>
            <a:off x="3269697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-IT"/>
              <a:t>4 Dicembre 2023</a:t>
            </a:r>
            <a:endParaRPr/>
          </a:p>
        </p:txBody>
      </p:sp>
      <p:sp>
        <p:nvSpPr>
          <p:cNvPr id="284" name="Google Shape;284;p6"/>
          <p:cNvSpPr txBox="1"/>
          <p:nvPr>
            <p:ph idx="11" type="ftr"/>
          </p:nvPr>
        </p:nvSpPr>
        <p:spPr>
          <a:xfrm>
            <a:off x="1276349" y="6332220"/>
            <a:ext cx="1869973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-IT"/>
              <a:t>Presentazione seconda sprint</a:t>
            </a:r>
            <a:endParaRPr/>
          </a:p>
        </p:txBody>
      </p:sp>
      <p:sp>
        <p:nvSpPr>
          <p:cNvPr id="285" name="Google Shape;285;p6"/>
          <p:cNvSpPr txBox="1"/>
          <p:nvPr>
            <p:ph idx="12" type="sldNum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pic>
        <p:nvPicPr>
          <p:cNvPr descr="Starfish Retrospective PowerPoint Template - SlideModel" id="286" name="Google Shape;28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3555" y="1404262"/>
            <a:ext cx="8626989" cy="4852682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sp>
        <p:nvSpPr>
          <p:cNvPr id="287" name="Google Shape;287;p6"/>
          <p:cNvSpPr/>
          <p:nvPr/>
        </p:nvSpPr>
        <p:spPr>
          <a:xfrm rot="1232473">
            <a:off x="4165594" y="1710224"/>
            <a:ext cx="2810821" cy="1265887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88" name="Google Shape;288;p6"/>
          <p:cNvSpPr/>
          <p:nvPr/>
        </p:nvSpPr>
        <p:spPr>
          <a:xfrm>
            <a:off x="5779698" y="698740"/>
            <a:ext cx="1535502" cy="20444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89" name="Google Shape;289;p6"/>
          <p:cNvSpPr/>
          <p:nvPr/>
        </p:nvSpPr>
        <p:spPr>
          <a:xfrm>
            <a:off x="7565366" y="1595887"/>
            <a:ext cx="2777706" cy="1716656"/>
          </a:xfrm>
          <a:custGeom>
            <a:rect b="b" l="l" r="r" t="t"/>
            <a:pathLst>
              <a:path extrusionOk="0" h="1716656" w="2777706">
                <a:moveTo>
                  <a:pt x="0" y="25879"/>
                </a:moveTo>
                <a:lnTo>
                  <a:pt x="17253" y="1164566"/>
                </a:lnTo>
                <a:lnTo>
                  <a:pt x="992038" y="1716656"/>
                </a:lnTo>
                <a:lnTo>
                  <a:pt x="1544128" y="1552755"/>
                </a:lnTo>
                <a:lnTo>
                  <a:pt x="2769079" y="1000664"/>
                </a:lnTo>
                <a:cubicBezTo>
                  <a:pt x="2771955" y="667109"/>
                  <a:pt x="2774830" y="333555"/>
                  <a:pt x="2777706" y="0"/>
                </a:cubicBezTo>
                <a:lnTo>
                  <a:pt x="0" y="25879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90" name="Google Shape;290;p6"/>
          <p:cNvSpPr/>
          <p:nvPr/>
        </p:nvSpPr>
        <p:spPr>
          <a:xfrm>
            <a:off x="4244196" y="3174521"/>
            <a:ext cx="2337759" cy="2613804"/>
          </a:xfrm>
          <a:custGeom>
            <a:rect b="b" l="l" r="r" t="t"/>
            <a:pathLst>
              <a:path extrusionOk="0" h="2613804" w="2337759">
                <a:moveTo>
                  <a:pt x="8627" y="232913"/>
                </a:moveTo>
                <a:lnTo>
                  <a:pt x="138023" y="0"/>
                </a:lnTo>
                <a:lnTo>
                  <a:pt x="2294627" y="500332"/>
                </a:lnTo>
                <a:lnTo>
                  <a:pt x="2337759" y="1578634"/>
                </a:lnTo>
                <a:lnTo>
                  <a:pt x="1371600" y="2613804"/>
                </a:lnTo>
                <a:lnTo>
                  <a:pt x="0" y="1664898"/>
                </a:lnTo>
                <a:cubicBezTo>
                  <a:pt x="2876" y="1187570"/>
                  <a:pt x="5751" y="710241"/>
                  <a:pt x="8627" y="232913"/>
                </a:cubicBez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91" name="Google Shape;291;p6"/>
          <p:cNvSpPr/>
          <p:nvPr/>
        </p:nvSpPr>
        <p:spPr>
          <a:xfrm>
            <a:off x="6007100" y="4997450"/>
            <a:ext cx="2235200" cy="1155700"/>
          </a:xfrm>
          <a:custGeom>
            <a:rect b="b" l="l" r="r" t="t"/>
            <a:pathLst>
              <a:path extrusionOk="0" h="1155700" w="2235200">
                <a:moveTo>
                  <a:pt x="0" y="762000"/>
                </a:moveTo>
                <a:lnTo>
                  <a:pt x="590550" y="0"/>
                </a:lnTo>
                <a:lnTo>
                  <a:pt x="2203450" y="25400"/>
                </a:lnTo>
                <a:lnTo>
                  <a:pt x="2235200" y="1155700"/>
                </a:lnTo>
                <a:lnTo>
                  <a:pt x="76200" y="908050"/>
                </a:lnTo>
                <a:lnTo>
                  <a:pt x="0" y="762000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92" name="Google Shape;292;p6"/>
          <p:cNvSpPr/>
          <p:nvPr/>
        </p:nvSpPr>
        <p:spPr>
          <a:xfrm>
            <a:off x="8382000" y="3200400"/>
            <a:ext cx="2457450" cy="2330450"/>
          </a:xfrm>
          <a:custGeom>
            <a:rect b="b" l="l" r="r" t="t"/>
            <a:pathLst>
              <a:path extrusionOk="0" h="2330450" w="2457450">
                <a:moveTo>
                  <a:pt x="2330450" y="2330450"/>
                </a:moveTo>
                <a:lnTo>
                  <a:pt x="330200" y="2101850"/>
                </a:lnTo>
                <a:lnTo>
                  <a:pt x="0" y="1606550"/>
                </a:lnTo>
                <a:lnTo>
                  <a:pt x="330200" y="196850"/>
                </a:lnTo>
                <a:lnTo>
                  <a:pt x="1600200" y="0"/>
                </a:lnTo>
                <a:lnTo>
                  <a:pt x="2457450" y="1631950"/>
                </a:lnTo>
                <a:lnTo>
                  <a:pt x="2330450" y="2330450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93" name="Google Shape;293;p6"/>
          <p:cNvSpPr txBox="1"/>
          <p:nvPr/>
        </p:nvSpPr>
        <p:spPr>
          <a:xfrm>
            <a:off x="8496300" y="3688080"/>
            <a:ext cx="2644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6"/>
          <p:cNvSpPr txBox="1"/>
          <p:nvPr/>
        </p:nvSpPr>
        <p:spPr>
          <a:xfrm>
            <a:off x="4944086" y="2164662"/>
            <a:ext cx="200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it-IT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Distrazioni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6"/>
          <p:cNvSpPr txBox="1"/>
          <p:nvPr/>
        </p:nvSpPr>
        <p:spPr>
          <a:xfrm>
            <a:off x="6431265" y="5142000"/>
            <a:ext cx="2169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it-IT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Utilizzo corretto di GIT e Trello</a:t>
            </a:r>
            <a:endParaRPr b="0" i="0" sz="18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96" name="Google Shape;296;p6"/>
          <p:cNvSpPr txBox="1"/>
          <p:nvPr/>
        </p:nvSpPr>
        <p:spPr>
          <a:xfrm>
            <a:off x="7555288" y="2257524"/>
            <a:ext cx="2601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6"/>
          <p:cNvSpPr txBox="1"/>
          <p:nvPr/>
        </p:nvSpPr>
        <p:spPr>
          <a:xfrm>
            <a:off x="4377689" y="3681950"/>
            <a:ext cx="2415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it-IT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Migliorare la comunicazione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7"/>
          <p:cNvSpPr txBox="1"/>
          <p:nvPr>
            <p:ph idx="1" type="body"/>
          </p:nvPr>
        </p:nvSpPr>
        <p:spPr>
          <a:xfrm>
            <a:off x="1112520" y="1996117"/>
            <a:ext cx="4914900" cy="306356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-2857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it-IT">
                <a:solidFill>
                  <a:schemeClr val="dk1"/>
                </a:solidFill>
              </a:rPr>
              <a:t>Tutte le user story programmate per la sprint sono state portate a termine.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it-IT">
                <a:solidFill>
                  <a:schemeClr val="dk1"/>
                </a:solidFill>
              </a:rPr>
              <a:t>Velocità stimata: 21 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it-IT">
                <a:solidFill>
                  <a:schemeClr val="dk1"/>
                </a:solidFill>
              </a:rPr>
              <a:t>Velocità effettiva: 23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it-IT">
                <a:solidFill>
                  <a:schemeClr val="dk1"/>
                </a:solidFill>
              </a:rPr>
              <a:t>No particolari problemi durante lo sviluppo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it-IT">
                <a:solidFill>
                  <a:schemeClr val="dk1"/>
                </a:solidFill>
              </a:rPr>
              <a:t>Necessario ulteriore miglioramento UI 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it-IT">
                <a:solidFill>
                  <a:schemeClr val="dk1"/>
                </a:solidFill>
              </a:rPr>
              <a:t>È stata eliminata la user story con ID 12</a:t>
            </a:r>
            <a:endParaRPr>
              <a:solidFill>
                <a:schemeClr val="dk1"/>
              </a:solidFill>
            </a:endParaRPr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it-IT">
                <a:solidFill>
                  <a:schemeClr val="dk1"/>
                </a:solidFill>
              </a:rPr>
              <a:t>È stata a</a:t>
            </a:r>
            <a:r>
              <a:rPr lang="it-IT">
                <a:solidFill>
                  <a:schemeClr val="dk1"/>
                </a:solidFill>
              </a:rPr>
              <a:t>ggiunta la user story con ID 36</a:t>
            </a:r>
            <a:r>
              <a:rPr lang="it-IT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1841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03" name="Google Shape;303;p7"/>
          <p:cNvSpPr txBox="1"/>
          <p:nvPr>
            <p:ph idx="2" type="subTitle"/>
          </p:nvPr>
        </p:nvSpPr>
        <p:spPr>
          <a:xfrm>
            <a:off x="6907623" y="3591098"/>
            <a:ext cx="4903377" cy="10577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/>
          </a:p>
        </p:txBody>
      </p:sp>
      <p:sp>
        <p:nvSpPr>
          <p:cNvPr id="304" name="Google Shape;304;p7"/>
          <p:cNvSpPr txBox="1"/>
          <p:nvPr>
            <p:ph type="title"/>
          </p:nvPr>
        </p:nvSpPr>
        <p:spPr>
          <a:xfrm>
            <a:off x="6896100" y="1949371"/>
            <a:ext cx="4903377" cy="61086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</a:pPr>
            <a:r>
              <a:rPr lang="it-IT"/>
              <a:t>Sprint review</a:t>
            </a:r>
            <a:endParaRPr/>
          </a:p>
        </p:txBody>
      </p:sp>
      <p:sp>
        <p:nvSpPr>
          <p:cNvPr id="305" name="Google Shape;305;p7"/>
          <p:cNvSpPr txBox="1"/>
          <p:nvPr/>
        </p:nvSpPr>
        <p:spPr>
          <a:xfrm>
            <a:off x="3214902" y="6332221"/>
            <a:ext cx="1573407" cy="252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it-IT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4 Dicembre 2023</a:t>
            </a:r>
            <a:endParaRPr b="0" i="0" sz="11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306" name="Google Shape;306;p7"/>
          <p:cNvSpPr txBox="1"/>
          <p:nvPr/>
        </p:nvSpPr>
        <p:spPr>
          <a:xfrm>
            <a:off x="1276349" y="6332220"/>
            <a:ext cx="2204269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it-IT" sz="1100" u="none" cap="none" strike="noStrik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Presentazione seconda sprint</a:t>
            </a:r>
            <a:endParaRPr b="0" i="0" sz="1100" u="none" cap="none" strike="noStrike">
              <a:solidFill>
                <a:srgbClr val="000000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307" name="Google Shape;307;p7"/>
          <p:cNvSpPr txBox="1"/>
          <p:nvPr/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fld id="{00000000-1234-1234-1234-123412341234}" type="slidenum">
              <a:rPr b="0" i="0" lang="it-IT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i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ersonalizzata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2023-11-26T10:05:27Z</dcterms:created>
  <dc:creator>SIMONE PACIFICO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