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2"/>
  </p:notesMasterIdLst>
  <p:handoutMasterIdLst>
    <p:handoutMasterId r:id="rId13"/>
  </p:handoutMasterIdLst>
  <p:sldIdLst>
    <p:sldId id="350" r:id="rId5"/>
    <p:sldId id="366" r:id="rId6"/>
    <p:sldId id="354" r:id="rId7"/>
    <p:sldId id="367" r:id="rId8"/>
    <p:sldId id="370" r:id="rId9"/>
    <p:sldId id="368" r:id="rId10"/>
    <p:sldId id="369" r:id="rId11"/>
  </p:sldIdLst>
  <p:sldSz cx="12192000" cy="6858000"/>
  <p:notesSz cx="6858000" cy="9144000"/>
  <p:defaultTextStyle>
    <a:defPPr rtl="0">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ore"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AA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26" autoAdjust="0"/>
  </p:normalViewPr>
  <p:slideViewPr>
    <p:cSldViewPr snapToGrid="0">
      <p:cViewPr varScale="1">
        <p:scale>
          <a:sx n="82" d="100"/>
          <a:sy n="82" d="100"/>
        </p:scale>
        <p:origin x="720" y="77"/>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6" d="100"/>
          <a:sy n="96" d="100"/>
        </p:scale>
        <p:origin x="2874"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it-IT"/>
          </a:p>
        </p:txBody>
      </p:sp>
      <p:sp>
        <p:nvSpPr>
          <p:cNvPr id="4" name="Segnaposto piè di pagina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it-IT"/>
          </a:p>
        </p:txBody>
      </p:sp>
      <p:sp>
        <p:nvSpPr>
          <p:cNvPr id="5" name="Segnaposto numero diapositiva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it-IT" smtClean="0"/>
              <a:t>‹N›</a:t>
            </a:fld>
            <a:endParaRPr lang="it-IT"/>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it-IT" noProof="0"/>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AD5349E3-2257-46A2-87AA-98208788B886}" type="datetime1">
              <a:rPr lang="it-IT" noProof="0" smtClean="0"/>
              <a:t>21/11/2023</a:t>
            </a:fld>
            <a:endParaRPr lang="it-IT" noProof="0"/>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it-IT" noProof="0"/>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it-IT" noProof="0"/>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it-IT" noProof="0" smtClean="0"/>
              <a:t>‹N›</a:t>
            </a:fld>
            <a:endParaRPr lang="it-IT"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pPr rtl="0"/>
            <a:fld id="{A89C7E07-3C67-C64C-8DA0-0404F6303970}" type="slidenum">
              <a:rPr lang="it-IT" smtClean="0"/>
              <a:t>1</a:t>
            </a:fld>
            <a:endParaRPr lang="it-IT"/>
          </a:p>
        </p:txBody>
      </p:sp>
    </p:spTree>
    <p:extLst>
      <p:ext uri="{BB962C8B-B14F-4D97-AF65-F5344CB8AC3E}">
        <p14:creationId xmlns:p14="http://schemas.microsoft.com/office/powerpoint/2010/main" val="2492159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pPr rtl="0"/>
            <a:fld id="{A89C7E07-3C67-C64C-8DA0-0404F6303970}" type="slidenum">
              <a:rPr lang="it-IT" smtClean="0"/>
              <a:t>3</a:t>
            </a:fld>
            <a:endParaRPr lang="it-IT"/>
          </a:p>
        </p:txBody>
      </p:sp>
    </p:spTree>
    <p:extLst>
      <p:ext uri="{BB962C8B-B14F-4D97-AF65-F5344CB8AC3E}">
        <p14:creationId xmlns:p14="http://schemas.microsoft.com/office/powerpoint/2010/main" val="716498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pPr rtl="0"/>
            <a:fld id="{A89C7E07-3C67-C64C-8DA0-0404F6303970}" type="slidenum">
              <a:rPr lang="it-IT" smtClean="0"/>
              <a:t>6</a:t>
            </a:fld>
            <a:endParaRPr lang="it-IT"/>
          </a:p>
        </p:txBody>
      </p:sp>
    </p:spTree>
    <p:extLst>
      <p:ext uri="{BB962C8B-B14F-4D97-AF65-F5344CB8AC3E}">
        <p14:creationId xmlns:p14="http://schemas.microsoft.com/office/powerpoint/2010/main" val="1806329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olo">
    <p:bg>
      <p:bgPr>
        <a:solidFill>
          <a:schemeClr val="tx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it-IT" noProof="0"/>
              <a:t>Fare clic per modificare lo stile del titolo dello schema</a:t>
            </a:r>
            <a:endParaRPr lang="it-IT" noProof="0" dirty="0"/>
          </a:p>
        </p:txBody>
      </p:sp>
      <p:grpSp>
        <p:nvGrpSpPr>
          <p:cNvPr id="9" name="Grup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igura a mano libera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11" name="Figura a mano libera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12" name="Figura a mano libera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grpSp>
      <p:sp>
        <p:nvSpPr>
          <p:cNvPr id="18" name="Segnaposto tes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cxnSp>
        <p:nvCxnSpPr>
          <p:cNvPr id="13" name="Connettore dirit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rdine del giorno">
    <p:spTree>
      <p:nvGrpSpPr>
        <p:cNvPr id="1" name=""/>
        <p:cNvGrpSpPr/>
        <p:nvPr/>
      </p:nvGrpSpPr>
      <p:grpSpPr>
        <a:xfrm>
          <a:off x="0" y="0"/>
          <a:ext cx="0" cy="0"/>
          <a:chOff x="0" y="0"/>
          <a:chExt cx="0" cy="0"/>
        </a:xfrm>
      </p:grpSpPr>
      <p:grpSp>
        <p:nvGrpSpPr>
          <p:cNvPr id="6" name="Grup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8" name="Figura a mano libera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9" name="Figura a mano libera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10" name="Figura a mano libera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it-IT" noProof="0" dirty="0"/>
            </a:p>
          </p:txBody>
        </p:sp>
        <p:sp>
          <p:nvSpPr>
            <p:cNvPr id="11" name="Figura a mano libera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grpSp>
      <p:sp>
        <p:nvSpPr>
          <p:cNvPr id="12" name="Tito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it-IT" noProof="0"/>
              <a:t>Fare clic per modificare lo stile del titolo dello schema</a:t>
            </a:r>
            <a:endParaRPr lang="it-IT" noProof="0" dirty="0"/>
          </a:p>
        </p:txBody>
      </p:sp>
      <p:cxnSp>
        <p:nvCxnSpPr>
          <p:cNvPr id="13" name="Connettore dirit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Segnaposto tes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15" name="Segnaposto tes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cxnSp>
        <p:nvCxnSpPr>
          <p:cNvPr id="16" name="Connettore dirit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Segnaposto tes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18" name="Segnaposto tes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cxnSp>
        <p:nvCxnSpPr>
          <p:cNvPr id="20" name="Connettore dirit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Segnaposto tes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22" name="Segnaposto tes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cxnSp>
        <p:nvCxnSpPr>
          <p:cNvPr id="23" name="Connettore dirit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Segnaposto tes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25" name="Segnaposto tes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cxnSp>
        <p:nvCxnSpPr>
          <p:cNvPr id="26" name="Connettore dirit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Segnaposto tes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28" name="Segnaposto tes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2" name="Segnaposto dat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rtl="0"/>
            <a:fld id="{3AE24FE1-1FB1-4CCE-8AE0-20974EE52244}" type="datetime4">
              <a:rPr lang="it-IT" noProof="0" smtClean="0">
                <a:latin typeface="+mn-lt"/>
              </a:rPr>
              <a:t>21 novembre 2023</a:t>
            </a:fld>
            <a:endParaRPr lang="it-IT" noProof="0" dirty="0">
              <a:latin typeface="+mn-lt"/>
            </a:endParaRPr>
          </a:p>
        </p:txBody>
      </p:sp>
      <p:sp>
        <p:nvSpPr>
          <p:cNvPr id="3" name="Segnaposto piè di pa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it-IT" noProof="0" dirty="0"/>
              <a:t>Relazione annuale</a:t>
            </a:r>
            <a:endParaRPr lang="it-IT" b="0" noProof="0" dirty="0"/>
          </a:p>
        </p:txBody>
      </p:sp>
      <p:sp>
        <p:nvSpPr>
          <p:cNvPr id="4" name="Segnaposto numero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rtl="0"/>
            <a:fld id="{294A09A9-5501-47C1-A89A-A340965A2BE2}" type="slidenum">
              <a:rPr lang="it-IT" noProof="0" smtClean="0"/>
              <a:pPr/>
              <a:t>‹N›</a:t>
            </a:fld>
            <a:endParaRPr lang="it-IT" noProof="0" dirty="0"/>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zione">
    <p:spTree>
      <p:nvGrpSpPr>
        <p:cNvPr id="1" name=""/>
        <p:cNvGrpSpPr/>
        <p:nvPr/>
      </p:nvGrpSpPr>
      <p:grpSpPr>
        <a:xfrm>
          <a:off x="0" y="0"/>
          <a:ext cx="0" cy="0"/>
          <a:chOff x="0" y="0"/>
          <a:chExt cx="0" cy="0"/>
        </a:xfrm>
      </p:grpSpPr>
      <p:grpSp>
        <p:nvGrpSpPr>
          <p:cNvPr id="13" name="Grup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igura a mano libera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16" name="Figura a mano libera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19" name="Figura a mano libera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grpSp>
      <p:sp>
        <p:nvSpPr>
          <p:cNvPr id="14" name="Segnaposto immagine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it-IT" noProof="0"/>
              <a:t>Fare clic sull'icona per inserire un'immagine</a:t>
            </a:r>
            <a:endParaRPr lang="it-IT" noProof="0" dirty="0"/>
          </a:p>
        </p:txBody>
      </p:sp>
      <p:sp>
        <p:nvSpPr>
          <p:cNvPr id="9" name="Tito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it-IT" noProof="0"/>
              <a:t>Fare clic per modificare lo stile del titolo dello schema</a:t>
            </a:r>
            <a:endParaRPr lang="it-IT" noProof="0" dirty="0"/>
          </a:p>
        </p:txBody>
      </p:sp>
      <p:cxnSp>
        <p:nvCxnSpPr>
          <p:cNvPr id="17" name="Connettore dirit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Segnaposto tes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2" name="Segnaposto dat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rtl="0"/>
            <a:fld id="{D4FC45D6-6DD7-454C-8347-13F10006374F}" type="datetime4">
              <a:rPr lang="it-IT" noProof="0" smtClean="0">
                <a:latin typeface="+mn-lt"/>
              </a:rPr>
              <a:t>21 novembre 2023</a:t>
            </a:fld>
            <a:endParaRPr lang="it-IT" noProof="0" dirty="0">
              <a:latin typeface="+mn-lt"/>
            </a:endParaRPr>
          </a:p>
        </p:txBody>
      </p:sp>
      <p:sp>
        <p:nvSpPr>
          <p:cNvPr id="3" name="Segnaposto piè di pa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rtl="0"/>
            <a:r>
              <a:rPr lang="it-IT" noProof="0" dirty="0"/>
              <a:t>Relazione annuale</a:t>
            </a:r>
            <a:endParaRPr lang="it-IT" b="0" noProof="0" dirty="0"/>
          </a:p>
        </p:txBody>
      </p:sp>
      <p:sp>
        <p:nvSpPr>
          <p:cNvPr id="4" name="Segnaposto numero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rtl="0"/>
            <a:fld id="{294A09A9-5501-47C1-A89A-A340965A2BE2}" type="slidenum">
              <a:rPr lang="it-IT" noProof="0" smtClean="0"/>
              <a:pPr/>
              <a:t>‹N›</a:t>
            </a:fld>
            <a:endParaRPr lang="it-IT" noProof="0" dirty="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ausa">
    <p:bg>
      <p:bgPr>
        <a:solidFill>
          <a:schemeClr val="tx1"/>
        </a:solidFill>
        <a:effectLst/>
      </p:bgPr>
    </p:bg>
    <p:spTree>
      <p:nvGrpSpPr>
        <p:cNvPr id="1" name=""/>
        <p:cNvGrpSpPr/>
        <p:nvPr/>
      </p:nvGrpSpPr>
      <p:grpSpPr>
        <a:xfrm>
          <a:off x="0" y="0"/>
          <a:ext cx="0" cy="0"/>
          <a:chOff x="0" y="0"/>
          <a:chExt cx="0" cy="0"/>
        </a:xfrm>
      </p:grpSpPr>
      <p:sp>
        <p:nvSpPr>
          <p:cNvPr id="21" name="Segnaposto immagine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it-IT" noProof="0"/>
              <a:t>Fare clic sull'icona per inserire un'immagine</a:t>
            </a:r>
            <a:endParaRPr lang="it-IT" noProof="0" dirty="0"/>
          </a:p>
        </p:txBody>
      </p:sp>
      <p:sp>
        <p:nvSpPr>
          <p:cNvPr id="18" name="Tito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it-IT" noProof="0"/>
              <a:t>Fare clic per modificare lo stile del titolo dello schema</a:t>
            </a:r>
            <a:endParaRPr lang="it-IT" noProof="0" dirty="0"/>
          </a:p>
        </p:txBody>
      </p:sp>
      <p:cxnSp>
        <p:nvCxnSpPr>
          <p:cNvPr id="20" name="Connettore dirit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igura a mano libera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24" name="Figura a mano libera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25" name="Figura a mano libera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afico">
    <p:bg>
      <p:bgPr>
        <a:solidFill>
          <a:schemeClr val="tx1"/>
        </a:solidFill>
        <a:effectLst/>
      </p:bgPr>
    </p:bg>
    <p:spTree>
      <p:nvGrpSpPr>
        <p:cNvPr id="1" name=""/>
        <p:cNvGrpSpPr/>
        <p:nvPr/>
      </p:nvGrpSpPr>
      <p:grpSpPr>
        <a:xfrm>
          <a:off x="0" y="0"/>
          <a:ext cx="0" cy="0"/>
          <a:chOff x="0" y="0"/>
          <a:chExt cx="0" cy="0"/>
        </a:xfrm>
      </p:grpSpPr>
      <p:sp>
        <p:nvSpPr>
          <p:cNvPr id="6" name="Segnaposto gra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it-IT" noProof="0"/>
              <a:t>Fare clic sull'icona per inserire un grafico</a:t>
            </a:r>
          </a:p>
        </p:txBody>
      </p:sp>
      <p:sp>
        <p:nvSpPr>
          <p:cNvPr id="16" name="Titolo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it-IT" noProof="0"/>
              <a:t>Fare clic per modificare lo stile del titolo dello schema</a:t>
            </a:r>
          </a:p>
        </p:txBody>
      </p:sp>
      <p:sp>
        <p:nvSpPr>
          <p:cNvPr id="2" name="Segnaposto dat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rtl="0"/>
            <a:fld id="{F3BF239B-6208-4E27-A10A-A644314EEF97}" type="datetime4">
              <a:rPr lang="it-IT" noProof="0" smtClean="0">
                <a:latin typeface="+mn-lt"/>
              </a:rPr>
              <a:t>21 novembre 2023</a:t>
            </a:fld>
            <a:endParaRPr lang="it-IT" noProof="0">
              <a:latin typeface="+mn-lt"/>
            </a:endParaRPr>
          </a:p>
        </p:txBody>
      </p:sp>
      <p:sp>
        <p:nvSpPr>
          <p:cNvPr id="3" name="Segnaposto piè di pa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rtl="0"/>
            <a:r>
              <a:rPr lang="it-IT" noProof="0"/>
              <a:t>Relazione annuale</a:t>
            </a:r>
            <a:endParaRPr lang="it-IT" b="0" noProof="0"/>
          </a:p>
        </p:txBody>
      </p:sp>
      <p:sp>
        <p:nvSpPr>
          <p:cNvPr id="4" name="Segnaposto numero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rtl="0"/>
            <a:fld id="{294A09A9-5501-47C1-A89A-A340965A2BE2}" type="slidenum">
              <a:rPr lang="it-IT" noProof="0" smtClean="0"/>
              <a:pPr/>
              <a:t>‹N›</a:t>
            </a:fld>
            <a:endParaRPr lang="it-IT" noProof="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ella">
    <p:bg>
      <p:bgPr>
        <a:solidFill>
          <a:schemeClr val="tx1"/>
        </a:solidFill>
        <a:effectLst/>
      </p:bgPr>
    </p:bg>
    <p:spTree>
      <p:nvGrpSpPr>
        <p:cNvPr id="1" name=""/>
        <p:cNvGrpSpPr/>
        <p:nvPr/>
      </p:nvGrpSpPr>
      <p:grpSpPr>
        <a:xfrm>
          <a:off x="0" y="0"/>
          <a:ext cx="0" cy="0"/>
          <a:chOff x="0" y="0"/>
          <a:chExt cx="0" cy="0"/>
        </a:xfrm>
      </p:grpSpPr>
      <p:sp>
        <p:nvSpPr>
          <p:cNvPr id="16" name="Titolo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it-IT" noProof="0"/>
              <a:t>Fare clic per modificare lo stile del titolo dello schema</a:t>
            </a:r>
          </a:p>
        </p:txBody>
      </p:sp>
      <p:sp>
        <p:nvSpPr>
          <p:cNvPr id="9" name="Segnaposto tabella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it-IT" noProof="0"/>
              <a:t>Fare clic sull'icona per inserire una tabella</a:t>
            </a:r>
          </a:p>
        </p:txBody>
      </p:sp>
      <p:sp>
        <p:nvSpPr>
          <p:cNvPr id="2" name="Segnaposto dat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rtl="0"/>
            <a:fld id="{8A5CF684-8E61-4B5D-8931-93FED32AA3F6}" type="datetime4">
              <a:rPr lang="it-IT" noProof="0" smtClean="0">
                <a:latin typeface="+mn-lt"/>
              </a:rPr>
              <a:t>21 novembre 2023</a:t>
            </a:fld>
            <a:endParaRPr lang="it-IT" noProof="0">
              <a:latin typeface="+mn-lt"/>
            </a:endParaRPr>
          </a:p>
        </p:txBody>
      </p:sp>
      <p:sp>
        <p:nvSpPr>
          <p:cNvPr id="3" name="Segnaposto piè di pa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rtl="0"/>
            <a:r>
              <a:rPr lang="it-IT" noProof="0"/>
              <a:t>Relazione annuale</a:t>
            </a:r>
            <a:endParaRPr lang="it-IT" b="0" noProof="0"/>
          </a:p>
        </p:txBody>
      </p:sp>
      <p:sp>
        <p:nvSpPr>
          <p:cNvPr id="4" name="Segnaposto numero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rtl="0"/>
            <a:fld id="{294A09A9-5501-47C1-A89A-A340965A2BE2}" type="slidenum">
              <a:rPr lang="it-IT" noProof="0" smtClean="0"/>
              <a:pPr/>
              <a:t>‹N›</a:t>
            </a:fld>
            <a:endParaRPr lang="it-IT" noProof="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zione">
    <p:bg>
      <p:bgPr>
        <a:solidFill>
          <a:schemeClr val="tx1"/>
        </a:solidFill>
        <a:effectLst/>
      </p:bgPr>
    </p:bg>
    <p:spTree>
      <p:nvGrpSpPr>
        <p:cNvPr id="1" name=""/>
        <p:cNvGrpSpPr/>
        <p:nvPr/>
      </p:nvGrpSpPr>
      <p:grpSpPr>
        <a:xfrm>
          <a:off x="0" y="0"/>
          <a:ext cx="0" cy="0"/>
          <a:chOff x="0" y="0"/>
          <a:chExt cx="0" cy="0"/>
        </a:xfrm>
      </p:grpSpPr>
      <p:sp>
        <p:nvSpPr>
          <p:cNvPr id="9" name="Tito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it-IT" noProof="0"/>
              <a:t>Fare clic per modificare lo stile del titolo dello schema</a:t>
            </a:r>
            <a:endParaRPr lang="it-IT" noProof="0" dirty="0"/>
          </a:p>
        </p:txBody>
      </p:sp>
      <p:sp>
        <p:nvSpPr>
          <p:cNvPr id="10" name="Casella di tes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it-IT" sz="20000" b="1" noProof="0" dirty="0">
                <a:solidFill>
                  <a:schemeClr val="bg1"/>
                </a:solidFill>
              </a:rPr>
              <a:t>"</a:t>
            </a:r>
          </a:p>
        </p:txBody>
      </p:sp>
      <p:grpSp>
        <p:nvGrpSpPr>
          <p:cNvPr id="18" name="Grup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20" name="Figura a mano libera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21" name="Figura a mano libera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22" name="Figura a mano libera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it-IT" noProof="0" dirty="0"/>
            </a:p>
          </p:txBody>
        </p:sp>
        <p:sp>
          <p:nvSpPr>
            <p:cNvPr id="23" name="Figura a mano libera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grpSp>
      <p:grpSp>
        <p:nvGrpSpPr>
          <p:cNvPr id="24" name="Grup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igura a mano libera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26" name="Figura a mano libera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27" name="Figura a mano libera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up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igura a mano libera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27" name="Figura a mano libera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36" name="Figura a mano libera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grpSp>
      <p:sp>
        <p:nvSpPr>
          <p:cNvPr id="38" name="Segnaposto immagine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it-IT" noProof="0"/>
              <a:t>Fare clic sull'icona per inserire un'immagine</a:t>
            </a:r>
            <a:endParaRPr lang="it-IT" noProof="0" dirty="0"/>
          </a:p>
        </p:txBody>
      </p:sp>
      <p:sp>
        <p:nvSpPr>
          <p:cNvPr id="61" name="Tito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it-IT" noProof="0"/>
              <a:t>Fare clic per modificare lo stile del titolo dello schema</a:t>
            </a:r>
            <a:endParaRPr lang="it-IT" noProof="0" dirty="0"/>
          </a:p>
        </p:txBody>
      </p:sp>
      <p:cxnSp>
        <p:nvCxnSpPr>
          <p:cNvPr id="62" name="Connettore dirit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Segnaposto immagine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it-IT" noProof="0"/>
              <a:t>Fare clic sull'icona per inserire un'immagine</a:t>
            </a:r>
            <a:endParaRPr lang="it-IT" noProof="0" dirty="0"/>
          </a:p>
        </p:txBody>
      </p:sp>
      <p:sp>
        <p:nvSpPr>
          <p:cNvPr id="72" name="Segnaposto tes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73" name="Segnaposto tes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74" name="Segnaposto tes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75" name="Segnaposto tes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76" name="Segnaposto tes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77" name="Segnaposto tes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78" name="Segnaposto tes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79" name="Segnaposto tes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grpSp>
        <p:nvGrpSpPr>
          <p:cNvPr id="23" name="Grup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29" name="Figura a mano libera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30" name="Figura a mano libera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31" name="Figura a mano libera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it-IT" noProof="0" dirty="0"/>
            </a:p>
          </p:txBody>
        </p:sp>
        <p:sp>
          <p:nvSpPr>
            <p:cNvPr id="32" name="Figura a mano libera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grpSp>
      <p:sp>
        <p:nvSpPr>
          <p:cNvPr id="66" name="Segnaposto immagine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it-IT" noProof="0"/>
              <a:t>Fare clic sull'icona per inserire un'immagine</a:t>
            </a:r>
            <a:endParaRPr lang="it-IT" noProof="0" dirty="0"/>
          </a:p>
        </p:txBody>
      </p:sp>
      <p:sp>
        <p:nvSpPr>
          <p:cNvPr id="69" name="Segnaposto immagine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it-IT" noProof="0"/>
              <a:t>Fare clic sull'icona per inserire un'immagine</a:t>
            </a:r>
            <a:endParaRPr lang="it-IT" noProof="0" dirty="0"/>
          </a:p>
        </p:txBody>
      </p:sp>
      <p:sp>
        <p:nvSpPr>
          <p:cNvPr id="2" name="Segnaposto dat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rtl="0"/>
            <a:fld id="{3666C989-0F81-40B8-B42B-1B7E4467F468}" type="datetime4">
              <a:rPr lang="it-IT" noProof="0" smtClean="0">
                <a:latin typeface="+mn-lt"/>
              </a:rPr>
              <a:t>21 novembre 2023</a:t>
            </a:fld>
            <a:endParaRPr lang="it-IT" noProof="0" dirty="0">
              <a:latin typeface="+mn-lt"/>
            </a:endParaRPr>
          </a:p>
        </p:txBody>
      </p:sp>
      <p:sp>
        <p:nvSpPr>
          <p:cNvPr id="3" name="Segnaposto piè di pa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rtl="0"/>
            <a:r>
              <a:rPr lang="it-IT" noProof="0" dirty="0"/>
              <a:t>Relazione annuale</a:t>
            </a:r>
            <a:endParaRPr lang="it-IT" b="0" noProof="0" dirty="0"/>
          </a:p>
        </p:txBody>
      </p:sp>
      <p:sp>
        <p:nvSpPr>
          <p:cNvPr id="4" name="Segnaposto numero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rtl="0"/>
            <a:fld id="{294A09A9-5501-47C1-A89A-A340965A2BE2}" type="slidenum">
              <a:rPr lang="it-IT" noProof="0" smtClean="0"/>
              <a:pPr/>
              <a:t>‹N›</a:t>
            </a:fld>
            <a:endParaRPr lang="it-IT" noProof="0" dirty="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quenza temporale ">
    <p:bg>
      <p:bgPr>
        <a:solidFill>
          <a:schemeClr val="tx1"/>
        </a:solidFill>
        <a:effectLst/>
      </p:bgPr>
    </p:bg>
    <p:spTree>
      <p:nvGrpSpPr>
        <p:cNvPr id="1" name=""/>
        <p:cNvGrpSpPr/>
        <p:nvPr/>
      </p:nvGrpSpPr>
      <p:grpSpPr>
        <a:xfrm>
          <a:off x="0" y="0"/>
          <a:ext cx="0" cy="0"/>
          <a:chOff x="0" y="0"/>
          <a:chExt cx="0" cy="0"/>
        </a:xfrm>
      </p:grpSpPr>
      <p:cxnSp>
        <p:nvCxnSpPr>
          <p:cNvPr id="21" name="Connettore dirit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nettore dirit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nettore dirit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nettore dirit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olo 1">
            <a:extLst>
              <a:ext uri="{FF2B5EF4-FFF2-40B4-BE49-F238E27FC236}">
                <a16:creationId xmlns:a16="http://schemas.microsoft.com/office/drawing/2014/main" id="{46EEE005-F78A-9D4F-B159-964376C387DD}"/>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it-IT" noProof="0"/>
              <a:t>Fare clic per modificare lo stile del titolo dello schema</a:t>
            </a:r>
          </a:p>
        </p:txBody>
      </p:sp>
      <p:sp>
        <p:nvSpPr>
          <p:cNvPr id="96" name="Segnaposto testo 29">
            <a:extLst>
              <a:ext uri="{FF2B5EF4-FFF2-40B4-BE49-F238E27FC236}">
                <a16:creationId xmlns:a16="http://schemas.microsoft.com/office/drawing/2014/main" id="{FC61536F-8EA7-5A48-AF76-8B0E251BD8CB}"/>
              </a:ext>
            </a:extLst>
          </p:cNvPr>
          <p:cNvSpPr>
            <a:spLocks noGrp="1"/>
          </p:cNvSpPr>
          <p:nvPr>
            <p:ph type="body" sz="quarter" idx="12"/>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97" name="Segnaposto testo 29">
            <a:extLst>
              <a:ext uri="{FF2B5EF4-FFF2-40B4-BE49-F238E27FC236}">
                <a16:creationId xmlns:a16="http://schemas.microsoft.com/office/drawing/2014/main" id="{64FFD994-BD97-ED49-8607-286ECBB1CDA3}"/>
              </a:ext>
            </a:extLst>
          </p:cNvPr>
          <p:cNvSpPr>
            <a:spLocks noGrp="1"/>
          </p:cNvSpPr>
          <p:nvPr>
            <p:ph type="body" sz="quarter" idx="1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102" name="Segnaposto testo 29">
            <a:extLst>
              <a:ext uri="{FF2B5EF4-FFF2-40B4-BE49-F238E27FC236}">
                <a16:creationId xmlns:a16="http://schemas.microsoft.com/office/drawing/2014/main" id="{D1ADE805-BFBC-ED47-B9CB-6CB2FF02E868}"/>
              </a:ext>
            </a:extLst>
          </p:cNvPr>
          <p:cNvSpPr>
            <a:spLocks noGrp="1"/>
          </p:cNvSpPr>
          <p:nvPr>
            <p:ph type="body" sz="quarter" idx="30"/>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103" name="Segnaposto testo 29">
            <a:extLst>
              <a:ext uri="{FF2B5EF4-FFF2-40B4-BE49-F238E27FC236}">
                <a16:creationId xmlns:a16="http://schemas.microsoft.com/office/drawing/2014/main" id="{334A3589-641F-F547-891B-149579153B75}"/>
              </a:ext>
            </a:extLst>
          </p:cNvPr>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it-IT" noProof="0"/>
              <a:t>Fare clic per modificare gli stili del testo dello schema</a:t>
            </a:r>
          </a:p>
        </p:txBody>
      </p:sp>
      <p:sp>
        <p:nvSpPr>
          <p:cNvPr id="106" name="Segnaposto testo 29">
            <a:extLst>
              <a:ext uri="{FF2B5EF4-FFF2-40B4-BE49-F238E27FC236}">
                <a16:creationId xmlns:a16="http://schemas.microsoft.com/office/drawing/2014/main" id="{A63F8454-D12E-A641-ABD0-8977D3F5EC05}"/>
              </a:ext>
            </a:extLst>
          </p:cNvPr>
          <p:cNvSpPr>
            <a:spLocks noGrp="1"/>
          </p:cNvSpPr>
          <p:nvPr>
            <p:ph type="body" sz="quarter" idx="32"/>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107" name="Segnaposto testo 29">
            <a:extLst>
              <a:ext uri="{FF2B5EF4-FFF2-40B4-BE49-F238E27FC236}">
                <a16:creationId xmlns:a16="http://schemas.microsoft.com/office/drawing/2014/main" id="{F35AA15D-DBAD-9840-8764-A5B6D486A234}"/>
              </a:ext>
            </a:extLst>
          </p:cNvPr>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it-IT" noProof="0"/>
              <a:t>Fare clic per modificare gli stili del testo dello schema</a:t>
            </a:r>
          </a:p>
        </p:txBody>
      </p:sp>
      <p:sp>
        <p:nvSpPr>
          <p:cNvPr id="108" name="Segnaposto testo 29">
            <a:extLst>
              <a:ext uri="{FF2B5EF4-FFF2-40B4-BE49-F238E27FC236}">
                <a16:creationId xmlns:a16="http://schemas.microsoft.com/office/drawing/2014/main" id="{8357CA0F-1A55-B145-8305-562F0DF22543}"/>
              </a:ext>
            </a:extLst>
          </p:cNvPr>
          <p:cNvSpPr>
            <a:spLocks noGrp="1"/>
          </p:cNvSpPr>
          <p:nvPr>
            <p:ph type="body" sz="quarter" idx="34"/>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109" name="Segnaposto testo 29">
            <a:extLst>
              <a:ext uri="{FF2B5EF4-FFF2-40B4-BE49-F238E27FC236}">
                <a16:creationId xmlns:a16="http://schemas.microsoft.com/office/drawing/2014/main" id="{D6C49F6F-AF28-8942-8442-8F54A1DC388B}"/>
              </a:ext>
            </a:extLst>
          </p:cNvPr>
          <p:cNvSpPr>
            <a:spLocks noGrp="1"/>
          </p:cNvSpPr>
          <p:nvPr>
            <p:ph type="body" sz="quarter" idx="35"/>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cxnSp>
        <p:nvCxnSpPr>
          <p:cNvPr id="8" name="Connettore dirit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ttango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noProof="0"/>
          </a:p>
        </p:txBody>
      </p:sp>
      <p:sp>
        <p:nvSpPr>
          <p:cNvPr id="47" name="Rettango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noProof="0"/>
          </a:p>
        </p:txBody>
      </p:sp>
      <p:sp>
        <p:nvSpPr>
          <p:cNvPr id="27" name="Rettango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noProof="0"/>
          </a:p>
        </p:txBody>
      </p:sp>
      <p:sp>
        <p:nvSpPr>
          <p:cNvPr id="29" name="Rettango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noProof="0"/>
          </a:p>
        </p:txBody>
      </p:sp>
      <p:sp>
        <p:nvSpPr>
          <p:cNvPr id="2" name="Segnaposto dat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rtl="0"/>
            <a:fld id="{52BA2D4C-972A-4C69-91F7-61BA2355BE49}" type="datetime4">
              <a:rPr lang="it-IT" noProof="0" smtClean="0">
                <a:latin typeface="+mn-lt"/>
              </a:rPr>
              <a:t>21 novembre 2023</a:t>
            </a:fld>
            <a:endParaRPr lang="it-IT" noProof="0">
              <a:latin typeface="+mn-lt"/>
            </a:endParaRPr>
          </a:p>
        </p:txBody>
      </p:sp>
      <p:sp>
        <p:nvSpPr>
          <p:cNvPr id="3" name="Segnaposto piè di pa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rtl="0"/>
            <a:r>
              <a:rPr lang="it-IT" noProof="0"/>
              <a:t>Relazione annuale</a:t>
            </a:r>
            <a:endParaRPr lang="it-IT" b="0" noProof="0"/>
          </a:p>
        </p:txBody>
      </p:sp>
      <p:sp>
        <p:nvSpPr>
          <p:cNvPr id="4" name="Segnaposto numero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rtl="0"/>
            <a:fld id="{294A09A9-5501-47C1-A89A-A340965A2BE2}" type="slidenum">
              <a:rPr lang="it-IT" noProof="0" smtClean="0"/>
              <a:pPr/>
              <a:t>‹N›</a:t>
            </a:fld>
            <a:endParaRPr lang="it-IT" noProof="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igura a mano libera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21" name="Figura a mano libera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22" name="Figura a mano libera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grpSp>
      <p:sp>
        <p:nvSpPr>
          <p:cNvPr id="32" name="Tito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it-IT" noProof="0"/>
              <a:t>Fare clic per modificare lo stile del titolo dello schema</a:t>
            </a:r>
            <a:endParaRPr lang="it-IT" noProof="0" dirty="0"/>
          </a:p>
        </p:txBody>
      </p:sp>
      <p:cxnSp>
        <p:nvCxnSpPr>
          <p:cNvPr id="33" name="Connettore dirit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Segnaposto tes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noProof="0"/>
              <a:t>Fare clic per modificare gli stili del testo dello schema</a:t>
            </a:r>
          </a:p>
        </p:txBody>
      </p:sp>
      <p:sp>
        <p:nvSpPr>
          <p:cNvPr id="25" name="Segnaposto tes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noProof="0"/>
              <a:t>Fare clic per modificare gli stili del testo dello schema</a:t>
            </a:r>
          </a:p>
        </p:txBody>
      </p:sp>
      <p:sp>
        <p:nvSpPr>
          <p:cNvPr id="27" name="Segnaposto contenut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it-IT" noProof="0"/>
              <a:t>Fare clic per modificare gli stili del testo dello schema</a:t>
            </a:r>
          </a:p>
        </p:txBody>
      </p:sp>
      <p:sp>
        <p:nvSpPr>
          <p:cNvPr id="28" name="Segnaposto contenut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it-IT" noProof="0"/>
              <a:t>Fare clic per modificare gli stili del testo dello schema</a:t>
            </a:r>
          </a:p>
        </p:txBody>
      </p:sp>
      <p:cxnSp>
        <p:nvCxnSpPr>
          <p:cNvPr id="15" name="Connettore dirit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Segnaposto dat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rtl="0"/>
            <a:fld id="{502031D7-8779-41C9-8C49-1B0BC95C516E}" type="datetime4">
              <a:rPr lang="it-IT" noProof="0" smtClean="0">
                <a:latin typeface="+mn-lt"/>
              </a:rPr>
              <a:t>21 novembre 2023</a:t>
            </a:fld>
            <a:endParaRPr lang="it-IT" noProof="0" dirty="0">
              <a:latin typeface="+mn-lt"/>
            </a:endParaRPr>
          </a:p>
        </p:txBody>
      </p:sp>
      <p:sp>
        <p:nvSpPr>
          <p:cNvPr id="3" name="Segnaposto piè di pa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rtl="0"/>
            <a:r>
              <a:rPr lang="it-IT" noProof="0" dirty="0"/>
              <a:t>Relazione annuale</a:t>
            </a:r>
            <a:endParaRPr lang="it-IT" b="0" noProof="0" dirty="0"/>
          </a:p>
        </p:txBody>
      </p:sp>
      <p:sp>
        <p:nvSpPr>
          <p:cNvPr id="4" name="Segnaposto numero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rtl="0"/>
            <a:fld id="{294A09A9-5501-47C1-A89A-A340965A2BE2}" type="slidenum">
              <a:rPr lang="it-IT" noProof="0" smtClean="0"/>
              <a:pPr/>
              <a:t>‹N›</a:t>
            </a:fld>
            <a:endParaRPr lang="it-IT" noProof="0" dirty="0"/>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igura a mano libera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39" name="Figura a mano libera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40" name="Figura a mano libera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grpSp>
      <p:sp>
        <p:nvSpPr>
          <p:cNvPr id="32" name="Tito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it-IT" noProof="0"/>
              <a:t>Fare clic per modificare lo stile del titolo dello schema</a:t>
            </a:r>
            <a:endParaRPr lang="it-IT" noProof="0" dirty="0"/>
          </a:p>
        </p:txBody>
      </p:sp>
      <p:cxnSp>
        <p:nvCxnSpPr>
          <p:cNvPr id="33" name="Connettore dirit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Segnaposto tes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it-IT" noProof="0"/>
              <a:t>Fare clic per modificare gli stili del testo dello schema</a:t>
            </a:r>
          </a:p>
        </p:txBody>
      </p:sp>
      <p:sp>
        <p:nvSpPr>
          <p:cNvPr id="27" name="Segnaposto contenut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it-IT" noProof="0"/>
              <a:t>Fare clic per modificare gli stili del testo dello schema</a:t>
            </a:r>
          </a:p>
        </p:txBody>
      </p:sp>
      <p:sp>
        <p:nvSpPr>
          <p:cNvPr id="20" name="Segnaposto tes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it-IT" noProof="0"/>
              <a:t>Fare clic per modificare gli stili del testo dello schema</a:t>
            </a:r>
          </a:p>
        </p:txBody>
      </p:sp>
      <p:sp>
        <p:nvSpPr>
          <p:cNvPr id="21" name="Segnaposto contenut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it-IT" noProof="0"/>
              <a:t>Fare clic per modificare gli stili del testo dello schema</a:t>
            </a:r>
          </a:p>
        </p:txBody>
      </p:sp>
      <p:sp>
        <p:nvSpPr>
          <p:cNvPr id="22" name="Segnaposto tes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it-IT" noProof="0"/>
              <a:t>Fare clic per modificare gli stili del testo dello schema</a:t>
            </a:r>
          </a:p>
        </p:txBody>
      </p:sp>
      <p:sp>
        <p:nvSpPr>
          <p:cNvPr id="24" name="Segnaposto contenut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it-IT" noProof="0"/>
              <a:t>Fare clic per modificare gli stili del testo dello schema</a:t>
            </a:r>
          </a:p>
        </p:txBody>
      </p:sp>
      <p:cxnSp>
        <p:nvCxnSpPr>
          <p:cNvPr id="26" name="Connettore dirit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nettore dirit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Segnaposto dat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rtl="0"/>
            <a:fld id="{76D825BC-9803-467D-A049-B47340459F55}" type="datetime4">
              <a:rPr lang="it-IT" noProof="0" smtClean="0">
                <a:latin typeface="+mn-lt"/>
              </a:rPr>
              <a:t>21 novembre 2023</a:t>
            </a:fld>
            <a:endParaRPr lang="it-IT" noProof="0" dirty="0">
              <a:latin typeface="+mn-lt"/>
            </a:endParaRPr>
          </a:p>
        </p:txBody>
      </p:sp>
      <p:sp>
        <p:nvSpPr>
          <p:cNvPr id="3" name="Segnaposto piè di pa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rtl="0"/>
            <a:r>
              <a:rPr lang="it-IT" noProof="0" dirty="0"/>
              <a:t>Relazione annuale</a:t>
            </a:r>
            <a:endParaRPr lang="it-IT" b="0" noProof="0" dirty="0"/>
          </a:p>
        </p:txBody>
      </p:sp>
      <p:sp>
        <p:nvSpPr>
          <p:cNvPr id="4" name="Segnaposto numero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rtl="0"/>
            <a:fld id="{294A09A9-5501-47C1-A89A-A340965A2BE2}" type="slidenum">
              <a:rPr lang="it-IT" noProof="0" smtClean="0"/>
              <a:pPr/>
              <a:t>‹N›</a:t>
            </a:fld>
            <a:endParaRPr lang="it-IT" noProof="0" dirty="0"/>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iepilogo ">
    <p:bg>
      <p:bgPr>
        <a:solidFill>
          <a:schemeClr val="tx1"/>
        </a:solidFill>
        <a:effectLst/>
      </p:bgPr>
    </p:bg>
    <p:spTree>
      <p:nvGrpSpPr>
        <p:cNvPr id="1" name=""/>
        <p:cNvGrpSpPr/>
        <p:nvPr/>
      </p:nvGrpSpPr>
      <p:grpSpPr>
        <a:xfrm>
          <a:off x="0" y="0"/>
          <a:ext cx="0" cy="0"/>
          <a:chOff x="0" y="0"/>
          <a:chExt cx="0" cy="0"/>
        </a:xfrm>
      </p:grpSpPr>
      <p:sp>
        <p:nvSpPr>
          <p:cNvPr id="32" name="Tito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it-IT" noProof="0"/>
              <a:t>Fare clic per modificare lo stile del titolo dello schema</a:t>
            </a:r>
            <a:endParaRPr lang="it-IT" noProof="0" dirty="0"/>
          </a:p>
        </p:txBody>
      </p:sp>
      <p:cxnSp>
        <p:nvCxnSpPr>
          <p:cNvPr id="33" name="Connettore dirit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Segnaposto tes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it-IT" noProof="0"/>
              <a:t>Fare clic per modificare gli stili del testo dello schema</a:t>
            </a:r>
          </a:p>
        </p:txBody>
      </p:sp>
      <p:grpSp>
        <p:nvGrpSpPr>
          <p:cNvPr id="15" name="Grup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igura a mano libera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17" name="Figura a mano libera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18" name="Figura a mano libera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grpSp>
      <p:sp>
        <p:nvSpPr>
          <p:cNvPr id="4" name="Segnaposto tes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it-IT" noProof="0"/>
              <a:t>Fare clic per modificare gli stili del testo dello schema</a:t>
            </a:r>
          </a:p>
        </p:txBody>
      </p:sp>
      <p:sp>
        <p:nvSpPr>
          <p:cNvPr id="21" name="Segnaposto tes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it-IT" noProof="0"/>
              <a:t>Fare clic per modificare gli stili del testo dello schema</a:t>
            </a:r>
          </a:p>
        </p:txBody>
      </p:sp>
      <p:sp>
        <p:nvSpPr>
          <p:cNvPr id="22" name="Segnaposto tes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it-IT" noProof="0"/>
              <a:t>Fare clic per modificare gli stili del testo dello schema</a:t>
            </a:r>
          </a:p>
        </p:txBody>
      </p:sp>
      <p:sp>
        <p:nvSpPr>
          <p:cNvPr id="23" name="Segnaposto tes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it-IT" noProof="0"/>
              <a:t>Fare clic per modificare gli stili del testo dello schema</a:t>
            </a:r>
          </a:p>
        </p:txBody>
      </p:sp>
      <p:sp>
        <p:nvSpPr>
          <p:cNvPr id="24" name="Segnaposto tes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it-IT" noProof="0"/>
              <a:t>Fare clic per modificare gli stili del testo dello schema</a:t>
            </a:r>
          </a:p>
        </p:txBody>
      </p:sp>
      <p:sp>
        <p:nvSpPr>
          <p:cNvPr id="25" name="Segnaposto tes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it-IT" noProof="0"/>
              <a:t>Fare clic per modificare gli stili del testo dello schema</a:t>
            </a:r>
          </a:p>
        </p:txBody>
      </p:sp>
      <p:sp>
        <p:nvSpPr>
          <p:cNvPr id="26" name="Segnaposto tes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it-IT" noProof="0"/>
              <a:t>Fare clic per modificare gli stili del testo dello schema</a:t>
            </a:r>
          </a:p>
        </p:txBody>
      </p:sp>
      <p:sp>
        <p:nvSpPr>
          <p:cNvPr id="27" name="Segnaposto tes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it-IT" noProof="0"/>
              <a:t>Fare clic per modificare gli stili del testo dello schema</a:t>
            </a:r>
          </a:p>
        </p:txBody>
      </p:sp>
      <p:sp>
        <p:nvSpPr>
          <p:cNvPr id="28" name="Segnaposto tes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it-IT" noProof="0"/>
              <a:t>Fare clic per modificare gli stili del testo dello schema</a:t>
            </a:r>
          </a:p>
        </p:txBody>
      </p:sp>
      <p:sp>
        <p:nvSpPr>
          <p:cNvPr id="2" name="Segnaposto dat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rtl="0"/>
            <a:fld id="{9C67B196-5FCD-421F-B5BA-95F06726A1A9}" type="datetime4">
              <a:rPr lang="it-IT" noProof="0" smtClean="0">
                <a:latin typeface="+mn-lt"/>
              </a:rPr>
              <a:t>21 novembre 2023</a:t>
            </a:fld>
            <a:endParaRPr lang="it-IT" noProof="0" dirty="0">
              <a:latin typeface="+mn-lt"/>
            </a:endParaRPr>
          </a:p>
        </p:txBody>
      </p:sp>
      <p:sp>
        <p:nvSpPr>
          <p:cNvPr id="5" name="Segnaposto piè di pa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rtl="0"/>
            <a:r>
              <a:rPr lang="it-IT" noProof="0" dirty="0"/>
              <a:t>Relazione annuale</a:t>
            </a:r>
            <a:endParaRPr lang="it-IT" b="0" noProof="0" dirty="0"/>
          </a:p>
        </p:txBody>
      </p:sp>
      <p:sp>
        <p:nvSpPr>
          <p:cNvPr id="6" name="Segnaposto numero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rtl="0"/>
            <a:fld id="{294A09A9-5501-47C1-A89A-A340965A2BE2}" type="slidenum">
              <a:rPr lang="it-IT" noProof="0" smtClean="0"/>
              <a:pPr/>
              <a:t>‹N›</a:t>
            </a:fld>
            <a:endParaRPr lang="it-IT" noProof="0" dirty="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zie">
    <p:bg>
      <p:bgPr>
        <a:solidFill>
          <a:schemeClr val="tx1"/>
        </a:solidFill>
        <a:effectLst/>
      </p:bgPr>
    </p:bg>
    <p:spTree>
      <p:nvGrpSpPr>
        <p:cNvPr id="1" name=""/>
        <p:cNvGrpSpPr/>
        <p:nvPr/>
      </p:nvGrpSpPr>
      <p:grpSpPr>
        <a:xfrm>
          <a:off x="0" y="0"/>
          <a:ext cx="0" cy="0"/>
          <a:chOff x="0" y="0"/>
          <a:chExt cx="0" cy="0"/>
        </a:xfrm>
      </p:grpSpPr>
      <p:sp>
        <p:nvSpPr>
          <p:cNvPr id="16" name="Segnaposto tes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it-IT" noProof="0"/>
              <a:t>Fare clic per modificare gli stili del testo dello schema</a:t>
            </a:r>
          </a:p>
        </p:txBody>
      </p:sp>
      <p:sp>
        <p:nvSpPr>
          <p:cNvPr id="17" name="Sottotito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it-IT" noProof="0"/>
              <a:t>Fare clic per modificare lo stile del sottotitolo dello schema</a:t>
            </a:r>
            <a:endParaRPr lang="it-IT" noProof="0" dirty="0"/>
          </a:p>
        </p:txBody>
      </p:sp>
      <p:sp>
        <p:nvSpPr>
          <p:cNvPr id="26" name="Tito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it-IT" noProof="0"/>
              <a:t>Fare clic per modificare lo stile del titolo dello schema</a:t>
            </a:r>
            <a:endParaRPr lang="it-IT" noProof="0" dirty="0"/>
          </a:p>
        </p:txBody>
      </p:sp>
      <p:cxnSp>
        <p:nvCxnSpPr>
          <p:cNvPr id="27" name="Connettore dirit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Segnaposto immagine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it-IT" noProof="0"/>
              <a:t>Fare clic sull'icona per inserire un'immagine</a:t>
            </a:r>
            <a:endParaRPr lang="it-IT" noProof="0" dirty="0"/>
          </a:p>
        </p:txBody>
      </p:sp>
      <p:grpSp>
        <p:nvGrpSpPr>
          <p:cNvPr id="30" name="Grup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igura a mano libera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32" name="Figura a mano libera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sp>
          <p:nvSpPr>
            <p:cNvPr id="33" name="Figura a mano libera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it-IT" noProof="0" dirty="0"/>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p>
        </p:txBody>
      </p:sp>
      <p:sp>
        <p:nvSpPr>
          <p:cNvPr id="12" name="Segnaposto tito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it-IT" noProof="0"/>
              <a:t>Fare clic per modificare lo stile del titolo</a:t>
            </a:r>
          </a:p>
        </p:txBody>
      </p:sp>
      <p:sp>
        <p:nvSpPr>
          <p:cNvPr id="30" name="Segnaposto dat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88057A85-AB1C-4034-8542-1913E4094AA8}" type="datetime4">
              <a:rPr lang="it-IT" noProof="0" smtClean="0">
                <a:latin typeface="+mn-lt"/>
              </a:rPr>
              <a:t>21 novembre 2023</a:t>
            </a:fld>
            <a:endParaRPr lang="it-IT" noProof="0">
              <a:latin typeface="+mn-lt"/>
            </a:endParaRPr>
          </a:p>
        </p:txBody>
      </p:sp>
      <p:sp>
        <p:nvSpPr>
          <p:cNvPr id="31" name="Segnaposto piè di pa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it-IT" noProof="0"/>
              <a:t>Relazione annuale</a:t>
            </a:r>
            <a:endParaRPr lang="it-IT" b="0" noProof="0"/>
          </a:p>
        </p:txBody>
      </p:sp>
      <p:sp>
        <p:nvSpPr>
          <p:cNvPr id="32" name="Segnaposto numero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it-IT" noProof="0" smtClean="0"/>
              <a:pPr/>
              <a:t>‹N›</a:t>
            </a:fld>
            <a:endParaRPr lang="it-IT" noProof="0">
              <a:latin typeface="+mn-lt"/>
            </a:endParaRP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76" r:id="rId8"/>
    <p:sldLayoutId id="2147483677" r:id="rId9"/>
    <p:sldLayoutId id="2147483685" r:id="rId10"/>
    <p:sldLayoutId id="2147483688" r:id="rId11"/>
    <p:sldLayoutId id="2147483692" r:id="rId12"/>
    <p:sldLayoutId id="2147483682"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rtl="0"/>
            <a:r>
              <a:rPr lang="it-IT" dirty="0"/>
              <a:t>PRE-GAME</a:t>
            </a:r>
          </a:p>
        </p:txBody>
      </p:sp>
      <p:sp>
        <p:nvSpPr>
          <p:cNvPr id="3" name="Segnaposto tes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1711288"/>
          </a:xfrm>
        </p:spPr>
        <p:txBody>
          <a:bodyPr rtlCol="0"/>
          <a:lstStyle/>
          <a:p>
            <a:pPr rtl="0"/>
            <a:r>
              <a:rPr lang="it-IT" dirty="0">
                <a:latin typeface="+mj-lt"/>
              </a:rPr>
              <a:t>Gruppo 4</a:t>
            </a:r>
            <a:endParaRPr lang="it-IT" dirty="0"/>
          </a:p>
          <a:p>
            <a:pPr rtl="0"/>
            <a:r>
              <a:rPr lang="it-IT" dirty="0"/>
              <a:t>Lanzara Nicola</a:t>
            </a:r>
          </a:p>
          <a:p>
            <a:pPr rtl="0"/>
            <a:r>
              <a:rPr lang="it-IT" dirty="0"/>
              <a:t>Orlando Palma</a:t>
            </a:r>
          </a:p>
          <a:p>
            <a:pPr rtl="0"/>
            <a:r>
              <a:rPr lang="it-IT" dirty="0"/>
              <a:t>Pacifico Simone</a:t>
            </a:r>
          </a:p>
          <a:p>
            <a:pPr rtl="0"/>
            <a:r>
              <a:rPr lang="it-IT" dirty="0"/>
              <a:t>Vitolo Miriam</a:t>
            </a:r>
          </a:p>
          <a:p>
            <a:pPr rtl="0"/>
            <a:endParaRPr lang="it-IT" dirty="0"/>
          </a:p>
          <a:p>
            <a:pPr rtl="0"/>
            <a:endParaRPr lang="it-IT" dirty="0"/>
          </a:p>
          <a:p>
            <a:pPr rtl="0"/>
            <a:endParaRPr lang="it-IT" dirty="0"/>
          </a:p>
        </p:txBody>
      </p:sp>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15FE03D2-6910-507E-86B9-3EC122B1EB65}"/>
              </a:ext>
            </a:extLst>
          </p:cNvPr>
          <p:cNvSpPr>
            <a:spLocks noGrp="1"/>
          </p:cNvSpPr>
          <p:nvPr>
            <p:ph type="title"/>
          </p:nvPr>
        </p:nvSpPr>
        <p:spPr>
          <a:xfrm>
            <a:off x="964023" y="879063"/>
            <a:ext cx="4941477" cy="610863"/>
          </a:xfrm>
        </p:spPr>
        <p:txBody>
          <a:bodyPr anchor="b">
            <a:normAutofit/>
          </a:bodyPr>
          <a:lstStyle/>
          <a:p>
            <a:r>
              <a:rPr lang="en-US" dirty="0"/>
              <a:t>DESIGN</a:t>
            </a:r>
          </a:p>
        </p:txBody>
      </p:sp>
      <p:sp>
        <p:nvSpPr>
          <p:cNvPr id="15" name="Segnaposto numero diapositiva 14">
            <a:extLst>
              <a:ext uri="{FF2B5EF4-FFF2-40B4-BE49-F238E27FC236}">
                <a16:creationId xmlns:a16="http://schemas.microsoft.com/office/drawing/2014/main" id="{9A52AEB6-1121-6520-EC3C-9131BAD42D2D}"/>
              </a:ext>
            </a:extLst>
          </p:cNvPr>
          <p:cNvSpPr>
            <a:spLocks noGrp="1"/>
          </p:cNvSpPr>
          <p:nvPr>
            <p:ph type="sldNum" sz="quarter" idx="16"/>
          </p:nvPr>
        </p:nvSpPr>
        <p:spPr>
          <a:xfrm>
            <a:off x="971550" y="6332220"/>
            <a:ext cx="523240" cy="247651"/>
          </a:xfrm>
        </p:spPr>
        <p:txBody>
          <a:bodyPr anchor="t">
            <a:normAutofit/>
          </a:bodyPr>
          <a:lstStyle/>
          <a:p>
            <a:pPr rtl="0">
              <a:spcAft>
                <a:spcPts val="600"/>
              </a:spcAft>
            </a:pPr>
            <a:fld id="{294A09A9-5501-47C1-A89A-A340965A2BE2}" type="slidenum">
              <a:rPr lang="it-IT" noProof="0" smtClean="0"/>
              <a:pPr rtl="0">
                <a:spcAft>
                  <a:spcPts val="600"/>
                </a:spcAft>
              </a:pPr>
              <a:t>2</a:t>
            </a:fld>
            <a:endParaRPr lang="it-IT" noProof="0"/>
          </a:p>
        </p:txBody>
      </p:sp>
      <p:sp>
        <p:nvSpPr>
          <p:cNvPr id="16" name="CasellaDiTesto 15">
            <a:extLst>
              <a:ext uri="{FF2B5EF4-FFF2-40B4-BE49-F238E27FC236}">
                <a16:creationId xmlns:a16="http://schemas.microsoft.com/office/drawing/2014/main" id="{34356DD0-BB29-7B7D-C1E6-E120E51D822D}"/>
              </a:ext>
            </a:extLst>
          </p:cNvPr>
          <p:cNvSpPr txBox="1"/>
          <p:nvPr/>
        </p:nvSpPr>
        <p:spPr>
          <a:xfrm>
            <a:off x="861387" y="1707502"/>
            <a:ext cx="9803504" cy="923330"/>
          </a:xfrm>
          <a:prstGeom prst="rect">
            <a:avLst/>
          </a:prstGeom>
          <a:solidFill>
            <a:schemeClr val="tx1"/>
          </a:solidFill>
        </p:spPr>
        <p:txBody>
          <a:bodyPr wrap="square" rtlCol="0">
            <a:spAutoFit/>
          </a:bodyPr>
          <a:lstStyle/>
          <a:p>
            <a:r>
              <a:rPr lang="it-IT" dirty="0">
                <a:solidFill>
                  <a:schemeClr val="bg1"/>
                </a:solidFill>
              </a:rPr>
              <a:t>Il design realizzato dopo aver scritto il backlog del prodotto e averlo implementato con </a:t>
            </a:r>
            <a:r>
              <a:rPr lang="it-IT" dirty="0" err="1">
                <a:solidFill>
                  <a:schemeClr val="bg1"/>
                </a:solidFill>
              </a:rPr>
              <a:t>JavaFX</a:t>
            </a:r>
            <a:r>
              <a:rPr lang="it-IT" dirty="0">
                <a:solidFill>
                  <a:schemeClr val="bg1"/>
                </a:solidFill>
              </a:rPr>
              <a:t>, apparirà così. Il codice sarà sviluppato in Java su </a:t>
            </a:r>
            <a:r>
              <a:rPr lang="it-IT" dirty="0" err="1">
                <a:solidFill>
                  <a:schemeClr val="bg1"/>
                </a:solidFill>
              </a:rPr>
              <a:t>NetBeans</a:t>
            </a:r>
            <a:r>
              <a:rPr lang="it-IT" dirty="0">
                <a:solidFill>
                  <a:schemeClr val="bg1"/>
                </a:solidFill>
              </a:rPr>
              <a:t> e integrato tra gli sviluppatori con </a:t>
            </a:r>
            <a:r>
              <a:rPr lang="it-IT" dirty="0" err="1">
                <a:solidFill>
                  <a:schemeClr val="bg1"/>
                </a:solidFill>
              </a:rPr>
              <a:t>Git</a:t>
            </a:r>
            <a:r>
              <a:rPr lang="it-IT" dirty="0">
                <a:solidFill>
                  <a:schemeClr val="bg1"/>
                </a:solidFill>
              </a:rPr>
              <a:t> &amp; </a:t>
            </a:r>
            <a:r>
              <a:rPr lang="it-IT" dirty="0" err="1">
                <a:solidFill>
                  <a:schemeClr val="bg1"/>
                </a:solidFill>
              </a:rPr>
              <a:t>Github</a:t>
            </a:r>
            <a:r>
              <a:rPr lang="it-IT" dirty="0">
                <a:solidFill>
                  <a:schemeClr val="bg1"/>
                </a:solidFill>
              </a:rPr>
              <a:t>.</a:t>
            </a:r>
          </a:p>
        </p:txBody>
      </p:sp>
      <p:pic>
        <p:nvPicPr>
          <p:cNvPr id="3" name="Immagine 2" descr="Immagine che contiene testo, schermata, Carattere, design&#10;&#10;Descrizione generata automaticamente">
            <a:extLst>
              <a:ext uri="{FF2B5EF4-FFF2-40B4-BE49-F238E27FC236}">
                <a16:creationId xmlns:a16="http://schemas.microsoft.com/office/drawing/2014/main" id="{800C4395-AC1B-6371-AABC-75F6D0A71E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6124" y="2911239"/>
            <a:ext cx="2176709" cy="3185857"/>
          </a:xfrm>
          <a:prstGeom prst="rect">
            <a:avLst/>
          </a:prstGeom>
        </p:spPr>
      </p:pic>
      <p:pic>
        <p:nvPicPr>
          <p:cNvPr id="5" name="Immagine 4" descr="Immagine che contiene schermata, testo, linea, design&#10;&#10;Descrizione generata automaticamente">
            <a:extLst>
              <a:ext uri="{FF2B5EF4-FFF2-40B4-BE49-F238E27FC236}">
                <a16:creationId xmlns:a16="http://schemas.microsoft.com/office/drawing/2014/main" id="{100F4A55-C5BE-DB18-7DAE-B366A976AA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5499" y="2911650"/>
            <a:ext cx="2176709" cy="3200350"/>
          </a:xfrm>
          <a:prstGeom prst="rect">
            <a:avLst/>
          </a:prstGeom>
        </p:spPr>
      </p:pic>
      <p:pic>
        <p:nvPicPr>
          <p:cNvPr id="4" name="Immagine 3" descr="Immagine che contiene schermata, testo, design&#10;&#10;Descrizione generata automaticamente">
            <a:extLst>
              <a:ext uri="{FF2B5EF4-FFF2-40B4-BE49-F238E27FC236}">
                <a16:creationId xmlns:a16="http://schemas.microsoft.com/office/drawing/2014/main" id="{FA4C863D-B2C4-8794-B8EA-66FCFC1139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5499" y="2911239"/>
            <a:ext cx="2176709" cy="3238228"/>
          </a:xfrm>
          <a:prstGeom prst="rect">
            <a:avLst/>
          </a:prstGeom>
        </p:spPr>
      </p:pic>
    </p:spTree>
    <p:extLst>
      <p:ext uri="{BB962C8B-B14F-4D97-AF65-F5344CB8AC3E}">
        <p14:creationId xmlns:p14="http://schemas.microsoft.com/office/powerpoint/2010/main" val="2514536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5CFF5F-6DFB-0D49-B8B1-661F7E7888AF}"/>
              </a:ext>
            </a:extLst>
          </p:cNvPr>
          <p:cNvSpPr>
            <a:spLocks noGrp="1"/>
          </p:cNvSpPr>
          <p:nvPr>
            <p:ph type="title"/>
          </p:nvPr>
        </p:nvSpPr>
        <p:spPr>
          <a:xfrm>
            <a:off x="964023" y="879063"/>
            <a:ext cx="9152042" cy="610863"/>
          </a:xfrm>
        </p:spPr>
        <p:txBody>
          <a:bodyPr rtlCol="0">
            <a:normAutofit/>
          </a:bodyPr>
          <a:lstStyle/>
          <a:p>
            <a:pPr rtl="0"/>
            <a:r>
              <a:rPr lang="it-IT" b="1" dirty="0"/>
              <a:t>PRODUCT BACKLOG</a:t>
            </a:r>
          </a:p>
        </p:txBody>
      </p:sp>
      <p:sp>
        <p:nvSpPr>
          <p:cNvPr id="6" name="Segnaposto numero diapositiva 5">
            <a:extLst>
              <a:ext uri="{FF2B5EF4-FFF2-40B4-BE49-F238E27FC236}">
                <a16:creationId xmlns:a16="http://schemas.microsoft.com/office/drawing/2014/main" id="{7CD59D5C-769B-454A-A6E2-A988BC5DEF34}"/>
              </a:ext>
            </a:extLst>
          </p:cNvPr>
          <p:cNvSpPr>
            <a:spLocks noGrp="1"/>
          </p:cNvSpPr>
          <p:nvPr>
            <p:ph type="sldNum" sz="quarter" idx="13"/>
          </p:nvPr>
        </p:nvSpPr>
        <p:spPr>
          <a:xfrm>
            <a:off x="971550" y="6332220"/>
            <a:ext cx="523240" cy="247651"/>
          </a:xfrm>
        </p:spPr>
        <p:txBody>
          <a:bodyPr rtlCol="0"/>
          <a:lstStyle/>
          <a:p>
            <a:pPr rtl="0"/>
            <a:fld id="{294A09A9-5501-47C1-A89A-A340965A2BE2}" type="slidenum">
              <a:rPr lang="it-IT" smtClean="0"/>
              <a:pPr rtl="0"/>
              <a:t>3</a:t>
            </a:fld>
            <a:endParaRPr lang="it-IT"/>
          </a:p>
        </p:txBody>
      </p:sp>
      <p:graphicFrame>
        <p:nvGraphicFramePr>
          <p:cNvPr id="9" name="Segnaposto tabella 8">
            <a:extLst>
              <a:ext uri="{FF2B5EF4-FFF2-40B4-BE49-F238E27FC236}">
                <a16:creationId xmlns:a16="http://schemas.microsoft.com/office/drawing/2014/main" id="{B4E1558A-4EF8-37E6-8C40-2C5D78C49123}"/>
              </a:ext>
            </a:extLst>
          </p:cNvPr>
          <p:cNvGraphicFramePr>
            <a:graphicFrameLocks noGrp="1"/>
          </p:cNvGraphicFramePr>
          <p:nvPr>
            <p:ph type="tbl" sz="quarter" idx="10"/>
            <p:extLst>
              <p:ext uri="{D42A27DB-BD31-4B8C-83A1-F6EECF244321}">
                <p14:modId xmlns:p14="http://schemas.microsoft.com/office/powerpoint/2010/main" val="1917467738"/>
              </p:ext>
            </p:extLst>
          </p:nvPr>
        </p:nvGraphicFramePr>
        <p:xfrm>
          <a:off x="971550" y="3175324"/>
          <a:ext cx="8504853" cy="2665134"/>
        </p:xfrm>
        <a:graphic>
          <a:graphicData uri="http://schemas.openxmlformats.org/drawingml/2006/table">
            <a:tbl>
              <a:tblPr firstRow="1" bandRow="1">
                <a:tableStyleId>{5C22544A-7EE6-4342-B048-85BDC9FD1C3A}</a:tableStyleId>
              </a:tblPr>
              <a:tblGrid>
                <a:gridCol w="737119">
                  <a:extLst>
                    <a:ext uri="{9D8B030D-6E8A-4147-A177-3AD203B41FA5}">
                      <a16:colId xmlns:a16="http://schemas.microsoft.com/office/drawing/2014/main" val="3043776002"/>
                    </a:ext>
                  </a:extLst>
                </a:gridCol>
                <a:gridCol w="1399592">
                  <a:extLst>
                    <a:ext uri="{9D8B030D-6E8A-4147-A177-3AD203B41FA5}">
                      <a16:colId xmlns:a16="http://schemas.microsoft.com/office/drawing/2014/main" val="2710713559"/>
                    </a:ext>
                  </a:extLst>
                </a:gridCol>
                <a:gridCol w="1156996">
                  <a:extLst>
                    <a:ext uri="{9D8B030D-6E8A-4147-A177-3AD203B41FA5}">
                      <a16:colId xmlns:a16="http://schemas.microsoft.com/office/drawing/2014/main" val="589415460"/>
                    </a:ext>
                  </a:extLst>
                </a:gridCol>
                <a:gridCol w="1660849">
                  <a:extLst>
                    <a:ext uri="{9D8B030D-6E8A-4147-A177-3AD203B41FA5}">
                      <a16:colId xmlns:a16="http://schemas.microsoft.com/office/drawing/2014/main" val="2040394324"/>
                    </a:ext>
                  </a:extLst>
                </a:gridCol>
                <a:gridCol w="2080726">
                  <a:extLst>
                    <a:ext uri="{9D8B030D-6E8A-4147-A177-3AD203B41FA5}">
                      <a16:colId xmlns:a16="http://schemas.microsoft.com/office/drawing/2014/main" val="3079399487"/>
                    </a:ext>
                  </a:extLst>
                </a:gridCol>
                <a:gridCol w="1469571">
                  <a:extLst>
                    <a:ext uri="{9D8B030D-6E8A-4147-A177-3AD203B41FA5}">
                      <a16:colId xmlns:a16="http://schemas.microsoft.com/office/drawing/2014/main" val="3281351324"/>
                    </a:ext>
                  </a:extLst>
                </a:gridCol>
              </a:tblGrid>
              <a:tr h="440094">
                <a:tc gridSpan="6">
                  <a:txBody>
                    <a:bodyPr/>
                    <a:lstStyle/>
                    <a:p>
                      <a:pPr algn="ctr"/>
                      <a:r>
                        <a:rPr lang="it-IT" dirty="0">
                          <a:solidFill>
                            <a:schemeClr val="bg1"/>
                          </a:solidFill>
                        </a:rPr>
                        <a:t>PRODUCT BACKLOG</a:t>
                      </a: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rgbClr val="8EAADB">
                        <a:alpha val="75000"/>
                      </a:srgbClr>
                    </a:solidFill>
                  </a:tcPr>
                </a:tc>
                <a:tc hMerge="1">
                  <a:txBody>
                    <a:bodyPr/>
                    <a:lstStyle/>
                    <a:p>
                      <a:endParaRPr lang="it-IT" dirty="0"/>
                    </a:p>
                  </a:txBody>
                  <a:tcPr/>
                </a:tc>
                <a:tc hMerge="1">
                  <a:txBody>
                    <a:bodyPr/>
                    <a:lstStyle/>
                    <a:p>
                      <a:endParaRPr lang="it-IT" dirty="0"/>
                    </a:p>
                  </a:txBody>
                  <a:tcPr/>
                </a:tc>
                <a:tc hMerge="1">
                  <a:txBody>
                    <a:bodyPr/>
                    <a:lstStyle/>
                    <a:p>
                      <a:endParaRPr lang="it-IT" dirty="0"/>
                    </a:p>
                  </a:txBody>
                  <a:tcPr/>
                </a:tc>
                <a:tc hMerge="1">
                  <a:txBody>
                    <a:bodyPr/>
                    <a:lstStyle/>
                    <a:p>
                      <a:endParaRPr lang="it-IT" dirty="0"/>
                    </a:p>
                  </a:txBody>
                  <a:tcPr/>
                </a:tc>
                <a:tc hMerge="1">
                  <a:txBody>
                    <a:bodyPr/>
                    <a:lstStyle/>
                    <a:p>
                      <a:endParaRPr lang="it-IT" dirty="0"/>
                    </a:p>
                  </a:txBody>
                  <a:tcPr>
                    <a:lnL w="12700" cap="flat" cmpd="sng" algn="ctr">
                      <a:solidFill>
                        <a:schemeClr val="tx1">
                          <a:lumMod val="85000"/>
                        </a:schemeClr>
                      </a:solidFill>
                      <a:prstDash val="solid"/>
                      <a:round/>
                      <a:headEnd type="none" w="med" len="med"/>
                      <a:tailEnd type="none" w="med" len="med"/>
                    </a:lnL>
                  </a:tcPr>
                </a:tc>
                <a:extLst>
                  <a:ext uri="{0D108BD9-81ED-4DB2-BD59-A6C34878D82A}">
                    <a16:rowId xmlns:a16="http://schemas.microsoft.com/office/drawing/2014/main" val="2717853734"/>
                  </a:ext>
                </a:extLst>
              </a:tr>
              <a:tr h="370840">
                <a:tc>
                  <a:txBody>
                    <a:bodyPr/>
                    <a:lstStyle/>
                    <a:p>
                      <a:pPr algn="ctr"/>
                      <a:r>
                        <a:rPr lang="it-IT" dirty="0">
                          <a:solidFill>
                            <a:schemeClr val="bg1"/>
                          </a:solidFill>
                        </a:rPr>
                        <a:t>ID</a:t>
                      </a: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r>
                        <a:rPr lang="it-IT" dirty="0">
                          <a:solidFill>
                            <a:schemeClr val="bg1"/>
                          </a:solidFill>
                        </a:rPr>
                        <a:t>Titolo</a:t>
                      </a: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r>
                        <a:rPr lang="it-IT" dirty="0">
                          <a:solidFill>
                            <a:schemeClr val="bg1"/>
                          </a:solidFill>
                        </a:rPr>
                        <a:t>Story</a:t>
                      </a: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r>
                        <a:rPr lang="it-IT" dirty="0">
                          <a:solidFill>
                            <a:schemeClr val="bg1"/>
                          </a:solidFill>
                        </a:rPr>
                        <a:t>Story Point</a:t>
                      </a: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r>
                        <a:rPr lang="it-IT" dirty="0" err="1">
                          <a:solidFill>
                            <a:schemeClr val="bg1"/>
                          </a:solidFill>
                        </a:rPr>
                        <a:t>Acceptance</a:t>
                      </a:r>
                      <a:r>
                        <a:rPr lang="it-IT" dirty="0">
                          <a:solidFill>
                            <a:schemeClr val="bg1"/>
                          </a:solidFill>
                        </a:rPr>
                        <a:t> </a:t>
                      </a:r>
                      <a:r>
                        <a:rPr lang="it-IT" dirty="0" err="1">
                          <a:solidFill>
                            <a:schemeClr val="bg1"/>
                          </a:solidFill>
                        </a:rPr>
                        <a:t>Criteria</a:t>
                      </a: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r>
                        <a:rPr lang="it-IT" dirty="0">
                          <a:solidFill>
                            <a:schemeClr val="bg1"/>
                          </a:solidFill>
                        </a:rPr>
                        <a:t>Priorità</a:t>
                      </a: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extLst>
                  <a:ext uri="{0D108BD9-81ED-4DB2-BD59-A6C34878D82A}">
                    <a16:rowId xmlns:a16="http://schemas.microsoft.com/office/drawing/2014/main" val="561321336"/>
                  </a:ext>
                </a:extLst>
              </a:tr>
              <a:tr h="370840">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r>
                        <a:rPr lang="it-IT" dirty="0">
                          <a:solidFill>
                            <a:schemeClr val="bg1"/>
                          </a:solidFill>
                        </a:rPr>
                        <a:t>5</a:t>
                      </a: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extLst>
                  <a:ext uri="{0D108BD9-81ED-4DB2-BD59-A6C34878D82A}">
                    <a16:rowId xmlns:a16="http://schemas.microsoft.com/office/drawing/2014/main" val="836932972"/>
                  </a:ext>
                </a:extLst>
              </a:tr>
              <a:tr h="370840">
                <a:tc>
                  <a:txBody>
                    <a:bodyPr/>
                    <a:lstStyle/>
                    <a:p>
                      <a:pPr algn="ctr"/>
                      <a:endParaRPr lang="it-IT">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r>
                        <a:rPr lang="it-IT" dirty="0">
                          <a:solidFill>
                            <a:schemeClr val="bg1"/>
                          </a:solidFill>
                        </a:rPr>
                        <a:t>4</a:t>
                      </a: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extLst>
                  <a:ext uri="{0D108BD9-81ED-4DB2-BD59-A6C34878D82A}">
                    <a16:rowId xmlns:a16="http://schemas.microsoft.com/office/drawing/2014/main" val="891307966"/>
                  </a:ext>
                </a:extLst>
              </a:tr>
              <a:tr h="370840">
                <a:tc>
                  <a:txBody>
                    <a:bodyPr/>
                    <a:lstStyle/>
                    <a:p>
                      <a:pPr algn="ctr"/>
                      <a:endParaRPr lang="it-IT">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r>
                        <a:rPr lang="it-IT" dirty="0">
                          <a:solidFill>
                            <a:schemeClr val="bg1"/>
                          </a:solidFill>
                        </a:rPr>
                        <a:t>3</a:t>
                      </a: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extLst>
                  <a:ext uri="{0D108BD9-81ED-4DB2-BD59-A6C34878D82A}">
                    <a16:rowId xmlns:a16="http://schemas.microsoft.com/office/drawing/2014/main" val="1504157537"/>
                  </a:ext>
                </a:extLst>
              </a:tr>
              <a:tr h="370840">
                <a:tc>
                  <a:txBody>
                    <a:bodyPr/>
                    <a:lstStyle/>
                    <a:p>
                      <a:pPr algn="ctr"/>
                      <a:endParaRPr lang="it-IT">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r>
                        <a:rPr lang="it-IT" dirty="0">
                          <a:solidFill>
                            <a:schemeClr val="bg1"/>
                          </a:solidFill>
                        </a:rPr>
                        <a:t>2</a:t>
                      </a: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extLst>
                  <a:ext uri="{0D108BD9-81ED-4DB2-BD59-A6C34878D82A}">
                    <a16:rowId xmlns:a16="http://schemas.microsoft.com/office/drawing/2014/main" val="3064807826"/>
                  </a:ext>
                </a:extLst>
              </a:tr>
              <a:tr h="370840">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dirty="0">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endParaRPr lang="it-IT">
                        <a:solidFill>
                          <a:schemeClr val="bg1"/>
                        </a:solidFill>
                      </a:endParaRP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tc>
                  <a:txBody>
                    <a:bodyPr/>
                    <a:lstStyle/>
                    <a:p>
                      <a:pPr algn="ctr"/>
                      <a:r>
                        <a:rPr lang="it-IT" dirty="0">
                          <a:solidFill>
                            <a:schemeClr val="bg1"/>
                          </a:solidFill>
                        </a:rPr>
                        <a:t>1</a:t>
                      </a:r>
                    </a:p>
                  </a:txBody>
                  <a:tcPr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alpha val="75000"/>
                      </a:schemeClr>
                    </a:solidFill>
                  </a:tcPr>
                </a:tc>
                <a:extLst>
                  <a:ext uri="{0D108BD9-81ED-4DB2-BD59-A6C34878D82A}">
                    <a16:rowId xmlns:a16="http://schemas.microsoft.com/office/drawing/2014/main" val="2624158588"/>
                  </a:ext>
                </a:extLst>
              </a:tr>
            </a:tbl>
          </a:graphicData>
        </a:graphic>
      </p:graphicFrame>
      <p:sp>
        <p:nvSpPr>
          <p:cNvPr id="10" name="CasellaDiTesto 9">
            <a:extLst>
              <a:ext uri="{FF2B5EF4-FFF2-40B4-BE49-F238E27FC236}">
                <a16:creationId xmlns:a16="http://schemas.microsoft.com/office/drawing/2014/main" id="{A6151FF2-71E8-A527-5A5F-037C42DC2458}"/>
              </a:ext>
            </a:extLst>
          </p:cNvPr>
          <p:cNvSpPr txBox="1"/>
          <p:nvPr/>
        </p:nvSpPr>
        <p:spPr>
          <a:xfrm>
            <a:off x="964023" y="1651518"/>
            <a:ext cx="10287775" cy="1200329"/>
          </a:xfrm>
          <a:prstGeom prst="rect">
            <a:avLst/>
          </a:prstGeom>
          <a:noFill/>
        </p:spPr>
        <p:txBody>
          <a:bodyPr wrap="square" rtlCol="0">
            <a:spAutoFit/>
          </a:bodyPr>
          <a:lstStyle/>
          <a:p>
            <a:r>
              <a:rPr lang="it-IT" dirty="0">
                <a:solidFill>
                  <a:schemeClr val="bg1"/>
                </a:solidFill>
              </a:rPr>
              <a:t>Dopo aver letto e analizzato ogni </a:t>
            </a:r>
            <a:r>
              <a:rPr lang="it-IT" b="1" dirty="0" err="1">
                <a:solidFill>
                  <a:schemeClr val="bg1"/>
                </a:solidFill>
              </a:rPr>
              <a:t>Epic</a:t>
            </a:r>
            <a:r>
              <a:rPr lang="it-IT" b="1" dirty="0">
                <a:solidFill>
                  <a:schemeClr val="bg1"/>
                </a:solidFill>
              </a:rPr>
              <a:t> Story</a:t>
            </a:r>
            <a:r>
              <a:rPr lang="it-IT" dirty="0">
                <a:solidFill>
                  <a:schemeClr val="bg1"/>
                </a:solidFill>
              </a:rPr>
              <a:t>, sono state scritte le relative </a:t>
            </a:r>
            <a:r>
              <a:rPr lang="it-IT" b="1" dirty="0">
                <a:solidFill>
                  <a:schemeClr val="bg1"/>
                </a:solidFill>
              </a:rPr>
              <a:t>User Stories </a:t>
            </a:r>
            <a:r>
              <a:rPr lang="it-IT" dirty="0">
                <a:solidFill>
                  <a:schemeClr val="bg1"/>
                </a:solidFill>
              </a:rPr>
              <a:t>e i relativi </a:t>
            </a:r>
            <a:r>
              <a:rPr lang="it-IT" b="1" dirty="0" err="1">
                <a:solidFill>
                  <a:schemeClr val="bg1"/>
                </a:solidFill>
              </a:rPr>
              <a:t>Acceptance</a:t>
            </a:r>
            <a:r>
              <a:rPr lang="it-IT" b="1" dirty="0">
                <a:solidFill>
                  <a:schemeClr val="bg1"/>
                </a:solidFill>
              </a:rPr>
              <a:t> </a:t>
            </a:r>
            <a:r>
              <a:rPr lang="it-IT" b="1" dirty="0" err="1">
                <a:solidFill>
                  <a:schemeClr val="bg1"/>
                </a:solidFill>
              </a:rPr>
              <a:t>Criteria</a:t>
            </a:r>
            <a:r>
              <a:rPr lang="it-IT" dirty="0">
                <a:solidFill>
                  <a:schemeClr val="bg1"/>
                </a:solidFill>
              </a:rPr>
              <a:t>, per ognuno di questi sono stati individuati vari </a:t>
            </a:r>
            <a:r>
              <a:rPr lang="it-IT" b="1" dirty="0">
                <a:solidFill>
                  <a:schemeClr val="bg1"/>
                </a:solidFill>
              </a:rPr>
              <a:t>Task</a:t>
            </a:r>
            <a:r>
              <a:rPr lang="it-IT" dirty="0">
                <a:solidFill>
                  <a:schemeClr val="bg1"/>
                </a:solidFill>
              </a:rPr>
              <a:t>. </a:t>
            </a:r>
          </a:p>
          <a:p>
            <a:r>
              <a:rPr lang="it-IT" dirty="0">
                <a:solidFill>
                  <a:schemeClr val="bg1"/>
                </a:solidFill>
              </a:rPr>
              <a:t>Sono stati assegnati gli </a:t>
            </a:r>
            <a:r>
              <a:rPr lang="it-IT" b="1" dirty="0">
                <a:solidFill>
                  <a:schemeClr val="bg1"/>
                </a:solidFill>
              </a:rPr>
              <a:t>Story Point </a:t>
            </a:r>
            <a:r>
              <a:rPr lang="it-IT" dirty="0">
                <a:solidFill>
                  <a:schemeClr val="bg1"/>
                </a:solidFill>
              </a:rPr>
              <a:t>con il metodo di Fibonacci.</a:t>
            </a:r>
          </a:p>
          <a:p>
            <a:r>
              <a:rPr lang="it-IT" dirty="0">
                <a:solidFill>
                  <a:schemeClr val="bg1"/>
                </a:solidFill>
              </a:rPr>
              <a:t>Sono state individuati cinque diversi </a:t>
            </a:r>
            <a:r>
              <a:rPr lang="it-IT" b="1" dirty="0">
                <a:solidFill>
                  <a:schemeClr val="bg1"/>
                </a:solidFill>
              </a:rPr>
              <a:t>livelli di priorità </a:t>
            </a:r>
            <a:r>
              <a:rPr lang="it-IT" dirty="0">
                <a:solidFill>
                  <a:schemeClr val="bg1"/>
                </a:solidFill>
              </a:rPr>
              <a:t>e ad ogni User Story ne è stato assegnato uno.</a:t>
            </a:r>
          </a:p>
        </p:txBody>
      </p:sp>
    </p:spTree>
    <p:extLst>
      <p:ext uri="{BB962C8B-B14F-4D97-AF65-F5344CB8AC3E}">
        <p14:creationId xmlns:p14="http://schemas.microsoft.com/office/powerpoint/2010/main" val="1556310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15FE03D2-6910-507E-86B9-3EC122B1EB65}"/>
              </a:ext>
            </a:extLst>
          </p:cNvPr>
          <p:cNvSpPr>
            <a:spLocks noGrp="1"/>
          </p:cNvSpPr>
          <p:nvPr>
            <p:ph type="title"/>
          </p:nvPr>
        </p:nvSpPr>
        <p:spPr>
          <a:xfrm>
            <a:off x="792573" y="557732"/>
            <a:ext cx="4941477" cy="610863"/>
          </a:xfrm>
        </p:spPr>
        <p:txBody>
          <a:bodyPr anchor="b">
            <a:normAutofit fontScale="90000"/>
          </a:bodyPr>
          <a:lstStyle/>
          <a:p>
            <a:r>
              <a:rPr lang="en-US" dirty="0"/>
              <a:t>SPRINT 1 BACKLOG</a:t>
            </a:r>
          </a:p>
        </p:txBody>
      </p:sp>
      <p:sp>
        <p:nvSpPr>
          <p:cNvPr id="15" name="Segnaposto numero diapositiva 14">
            <a:extLst>
              <a:ext uri="{FF2B5EF4-FFF2-40B4-BE49-F238E27FC236}">
                <a16:creationId xmlns:a16="http://schemas.microsoft.com/office/drawing/2014/main" id="{9A52AEB6-1121-6520-EC3C-9131BAD42D2D}"/>
              </a:ext>
            </a:extLst>
          </p:cNvPr>
          <p:cNvSpPr>
            <a:spLocks noGrp="1"/>
          </p:cNvSpPr>
          <p:nvPr>
            <p:ph type="sldNum" sz="quarter" idx="16"/>
          </p:nvPr>
        </p:nvSpPr>
        <p:spPr>
          <a:xfrm>
            <a:off x="971550" y="6332220"/>
            <a:ext cx="523240" cy="247651"/>
          </a:xfrm>
        </p:spPr>
        <p:txBody>
          <a:bodyPr anchor="t">
            <a:normAutofit/>
          </a:bodyPr>
          <a:lstStyle/>
          <a:p>
            <a:pPr rtl="0">
              <a:spcAft>
                <a:spcPts val="600"/>
              </a:spcAft>
            </a:pPr>
            <a:fld id="{294A09A9-5501-47C1-A89A-A340965A2BE2}" type="slidenum">
              <a:rPr lang="it-IT" noProof="0" smtClean="0"/>
              <a:pPr rtl="0">
                <a:spcAft>
                  <a:spcPts val="600"/>
                </a:spcAft>
              </a:pPr>
              <a:t>4</a:t>
            </a:fld>
            <a:endParaRPr lang="it-IT" noProof="0"/>
          </a:p>
        </p:txBody>
      </p:sp>
      <p:sp>
        <p:nvSpPr>
          <p:cNvPr id="4" name="CasellaDiTesto 3">
            <a:extLst>
              <a:ext uri="{FF2B5EF4-FFF2-40B4-BE49-F238E27FC236}">
                <a16:creationId xmlns:a16="http://schemas.microsoft.com/office/drawing/2014/main" id="{AB544EE1-60DC-5D30-18F5-0B0171BCC40F}"/>
              </a:ext>
            </a:extLst>
          </p:cNvPr>
          <p:cNvSpPr txBox="1"/>
          <p:nvPr/>
        </p:nvSpPr>
        <p:spPr>
          <a:xfrm>
            <a:off x="792573" y="1374716"/>
            <a:ext cx="10954668" cy="646331"/>
          </a:xfrm>
          <a:prstGeom prst="rect">
            <a:avLst/>
          </a:prstGeom>
          <a:solidFill>
            <a:schemeClr val="tx1"/>
          </a:solidFill>
        </p:spPr>
        <p:txBody>
          <a:bodyPr wrap="square" rtlCol="0">
            <a:spAutoFit/>
          </a:bodyPr>
          <a:lstStyle/>
          <a:p>
            <a:r>
              <a:rPr lang="it-IT" dirty="0">
                <a:solidFill>
                  <a:schemeClr val="bg1"/>
                </a:solidFill>
              </a:rPr>
              <a:t>Nello </a:t>
            </a:r>
            <a:r>
              <a:rPr lang="it-IT" b="1" dirty="0">
                <a:solidFill>
                  <a:schemeClr val="bg1"/>
                </a:solidFill>
              </a:rPr>
              <a:t>primo sprint backlog </a:t>
            </a:r>
            <a:r>
              <a:rPr lang="it-IT" dirty="0">
                <a:solidFill>
                  <a:schemeClr val="bg1"/>
                </a:solidFill>
              </a:rPr>
              <a:t>sono state individuate le User stories da sviluppare, le quali sono state assegnate ad un singolo membro o all’intero Team.</a:t>
            </a:r>
          </a:p>
        </p:txBody>
      </p:sp>
      <p:pic>
        <p:nvPicPr>
          <p:cNvPr id="5" name="Immagine 4" descr="Immagine che contiene testo, elettronica, schermata, Carattere&#10;&#10;Descrizione generata automaticamente">
            <a:extLst>
              <a:ext uri="{FF2B5EF4-FFF2-40B4-BE49-F238E27FC236}">
                <a16:creationId xmlns:a16="http://schemas.microsoft.com/office/drawing/2014/main" id="{665D1F85-2214-C3C6-FB19-CF5602F1E8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6991" y="2227168"/>
            <a:ext cx="6558018" cy="3646612"/>
          </a:xfrm>
          <a:prstGeom prst="rect">
            <a:avLst/>
          </a:prstGeom>
        </p:spPr>
      </p:pic>
    </p:spTree>
    <p:extLst>
      <p:ext uri="{BB962C8B-B14F-4D97-AF65-F5344CB8AC3E}">
        <p14:creationId xmlns:p14="http://schemas.microsoft.com/office/powerpoint/2010/main" val="1982010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F13C2E8F-8BC9-7720-A782-22A6C765974E}"/>
              </a:ext>
            </a:extLst>
          </p:cNvPr>
          <p:cNvSpPr>
            <a:spLocks noGrp="1"/>
          </p:cNvSpPr>
          <p:nvPr>
            <p:ph type="title"/>
          </p:nvPr>
        </p:nvSpPr>
        <p:spPr>
          <a:xfrm>
            <a:off x="852056" y="278129"/>
            <a:ext cx="8777136" cy="610863"/>
          </a:xfrm>
        </p:spPr>
        <p:txBody>
          <a:bodyPr>
            <a:normAutofit/>
          </a:bodyPr>
          <a:lstStyle/>
          <a:p>
            <a:r>
              <a:rPr lang="en-US" dirty="0"/>
              <a:t>ARCHITETTURA SOFTWARE</a:t>
            </a:r>
          </a:p>
        </p:txBody>
      </p:sp>
      <p:sp>
        <p:nvSpPr>
          <p:cNvPr id="15" name="Segnaposto numero diapositiva 14">
            <a:extLst>
              <a:ext uri="{FF2B5EF4-FFF2-40B4-BE49-F238E27FC236}">
                <a16:creationId xmlns:a16="http://schemas.microsoft.com/office/drawing/2014/main" id="{881F17B2-A9B5-C9BE-764F-C85898C8BB6E}"/>
              </a:ext>
            </a:extLst>
          </p:cNvPr>
          <p:cNvSpPr>
            <a:spLocks noGrp="1"/>
          </p:cNvSpPr>
          <p:nvPr>
            <p:ph type="sldNum" sz="quarter" idx="13"/>
          </p:nvPr>
        </p:nvSpPr>
        <p:spPr>
          <a:xfrm>
            <a:off x="971550" y="6332220"/>
            <a:ext cx="523240" cy="247651"/>
          </a:xfrm>
        </p:spPr>
        <p:txBody>
          <a:bodyPr anchor="t">
            <a:normAutofit/>
          </a:bodyPr>
          <a:lstStyle/>
          <a:p>
            <a:pPr rtl="0">
              <a:spcAft>
                <a:spcPts val="600"/>
              </a:spcAft>
            </a:pPr>
            <a:fld id="{294A09A9-5501-47C1-A89A-A340965A2BE2}" type="slidenum">
              <a:rPr lang="it-IT" noProof="0" smtClean="0"/>
              <a:pPr rtl="0">
                <a:spcAft>
                  <a:spcPts val="600"/>
                </a:spcAft>
              </a:pPr>
              <a:t>5</a:t>
            </a:fld>
            <a:endParaRPr lang="it-IT" noProof="0"/>
          </a:p>
        </p:txBody>
      </p:sp>
      <p:sp>
        <p:nvSpPr>
          <p:cNvPr id="16" name="CasellaDiTesto 15">
            <a:extLst>
              <a:ext uri="{FF2B5EF4-FFF2-40B4-BE49-F238E27FC236}">
                <a16:creationId xmlns:a16="http://schemas.microsoft.com/office/drawing/2014/main" id="{B0FB4293-4F72-B5C7-A5D0-FDCB2DEFBB08}"/>
              </a:ext>
            </a:extLst>
          </p:cNvPr>
          <p:cNvSpPr txBox="1"/>
          <p:nvPr/>
        </p:nvSpPr>
        <p:spPr>
          <a:xfrm>
            <a:off x="852056" y="965090"/>
            <a:ext cx="10654393" cy="646331"/>
          </a:xfrm>
          <a:prstGeom prst="rect">
            <a:avLst/>
          </a:prstGeom>
          <a:noFill/>
        </p:spPr>
        <p:txBody>
          <a:bodyPr wrap="square" rtlCol="0">
            <a:spAutoFit/>
          </a:bodyPr>
          <a:lstStyle/>
          <a:p>
            <a:r>
              <a:rPr lang="it-IT" dirty="0">
                <a:solidFill>
                  <a:schemeClr val="bg1"/>
                </a:solidFill>
              </a:rPr>
              <a:t>E’ stato sviluppato un diagramma UML con il quale si intende fornire una rappresentazione iniziale e generale delle classi, gli attributi e i metodi che verranno implementati.</a:t>
            </a:r>
          </a:p>
        </p:txBody>
      </p:sp>
      <p:pic>
        <p:nvPicPr>
          <p:cNvPr id="3" name="Immagine 2">
            <a:extLst>
              <a:ext uri="{FF2B5EF4-FFF2-40B4-BE49-F238E27FC236}">
                <a16:creationId xmlns:a16="http://schemas.microsoft.com/office/drawing/2014/main" id="{95D4BBBA-5FD7-AC84-4428-E163A7846529}"/>
              </a:ext>
            </a:extLst>
          </p:cNvPr>
          <p:cNvPicPr>
            <a:picLocks noChangeAspect="1"/>
          </p:cNvPicPr>
          <p:nvPr/>
        </p:nvPicPr>
        <p:blipFill>
          <a:blip r:embed="rId2"/>
          <a:stretch>
            <a:fillRect/>
          </a:stretch>
        </p:blipFill>
        <p:spPr>
          <a:xfrm>
            <a:off x="1352939" y="1783188"/>
            <a:ext cx="8912418" cy="5012017"/>
          </a:xfrm>
          <a:prstGeom prst="rect">
            <a:avLst/>
          </a:prstGeom>
        </p:spPr>
      </p:pic>
    </p:spTree>
    <p:extLst>
      <p:ext uri="{BB962C8B-B14F-4D97-AF65-F5344CB8AC3E}">
        <p14:creationId xmlns:p14="http://schemas.microsoft.com/office/powerpoint/2010/main" val="3444013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C122DF8-59D4-D94D-8ED9-F2F319899DBF}"/>
              </a:ext>
            </a:extLst>
          </p:cNvPr>
          <p:cNvSpPr>
            <a:spLocks noGrp="1"/>
          </p:cNvSpPr>
          <p:nvPr>
            <p:ph type="title"/>
          </p:nvPr>
        </p:nvSpPr>
        <p:spPr>
          <a:xfrm>
            <a:off x="861387" y="879063"/>
            <a:ext cx="4941477" cy="610863"/>
          </a:xfrm>
        </p:spPr>
        <p:txBody>
          <a:bodyPr rtlCol="0">
            <a:normAutofit/>
          </a:bodyPr>
          <a:lstStyle/>
          <a:p>
            <a:pPr rtl="0"/>
            <a:r>
              <a:rPr lang="it-IT" dirty="0"/>
              <a:t>DESIGN PATTERN</a:t>
            </a:r>
          </a:p>
        </p:txBody>
      </p:sp>
      <p:sp>
        <p:nvSpPr>
          <p:cNvPr id="5" name="Segnaposto numero diapositiva 4">
            <a:extLst>
              <a:ext uri="{FF2B5EF4-FFF2-40B4-BE49-F238E27FC236}">
                <a16:creationId xmlns:a16="http://schemas.microsoft.com/office/drawing/2014/main" id="{AB744071-0CE2-7746-9315-22EC28A0F462}"/>
              </a:ext>
            </a:extLst>
          </p:cNvPr>
          <p:cNvSpPr>
            <a:spLocks noGrp="1"/>
          </p:cNvSpPr>
          <p:nvPr>
            <p:ph type="sldNum" sz="quarter" idx="23"/>
          </p:nvPr>
        </p:nvSpPr>
        <p:spPr>
          <a:xfrm>
            <a:off x="971550" y="6332220"/>
            <a:ext cx="523240" cy="247651"/>
          </a:xfrm>
        </p:spPr>
        <p:txBody>
          <a:bodyPr rtlCol="0"/>
          <a:lstStyle/>
          <a:p>
            <a:pPr rtl="0"/>
            <a:fld id="{294A09A9-5501-47C1-A89A-A340965A2BE2}" type="slidenum">
              <a:rPr lang="it-IT" smtClean="0"/>
              <a:pPr rtl="0"/>
              <a:t>6</a:t>
            </a:fld>
            <a:endParaRPr lang="it-IT"/>
          </a:p>
        </p:txBody>
      </p:sp>
      <p:graphicFrame>
        <p:nvGraphicFramePr>
          <p:cNvPr id="33" name="Tabella 32">
            <a:extLst>
              <a:ext uri="{FF2B5EF4-FFF2-40B4-BE49-F238E27FC236}">
                <a16:creationId xmlns:a16="http://schemas.microsoft.com/office/drawing/2014/main" id="{EB1F0002-D38E-12C9-A552-786D8C23F333}"/>
              </a:ext>
            </a:extLst>
          </p:cNvPr>
          <p:cNvGraphicFramePr>
            <a:graphicFrameLocks noGrp="1"/>
          </p:cNvGraphicFramePr>
          <p:nvPr>
            <p:extLst>
              <p:ext uri="{D42A27DB-BD31-4B8C-83A1-F6EECF244321}">
                <p14:modId xmlns:p14="http://schemas.microsoft.com/office/powerpoint/2010/main" val="1022127344"/>
              </p:ext>
            </p:extLst>
          </p:nvPr>
        </p:nvGraphicFramePr>
        <p:xfrm>
          <a:off x="861387" y="1810139"/>
          <a:ext cx="4124325" cy="3176516"/>
        </p:xfrm>
        <a:graphic>
          <a:graphicData uri="http://schemas.openxmlformats.org/drawingml/2006/table">
            <a:tbl>
              <a:tblPr firstRow="1" bandRow="1">
                <a:tableStyleId>{5C22544A-7EE6-4342-B048-85BDC9FD1C3A}</a:tableStyleId>
              </a:tblPr>
              <a:tblGrid>
                <a:gridCol w="4124325">
                  <a:extLst>
                    <a:ext uri="{9D8B030D-6E8A-4147-A177-3AD203B41FA5}">
                      <a16:colId xmlns:a16="http://schemas.microsoft.com/office/drawing/2014/main" val="4242918420"/>
                    </a:ext>
                  </a:extLst>
                </a:gridCol>
              </a:tblGrid>
              <a:tr h="521156">
                <a:tc>
                  <a:txBody>
                    <a:bodyPr/>
                    <a:lstStyle/>
                    <a:p>
                      <a:r>
                        <a:rPr lang="it-IT" dirty="0"/>
                        <a:t>Design Pattern</a:t>
                      </a:r>
                    </a:p>
                  </a:txBody>
                  <a:tcP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solidFill>
                      <a:srgbClr val="8EAADB"/>
                    </a:solidFill>
                  </a:tcPr>
                </a:tc>
                <a:extLst>
                  <a:ext uri="{0D108BD9-81ED-4DB2-BD59-A6C34878D82A}">
                    <a16:rowId xmlns:a16="http://schemas.microsoft.com/office/drawing/2014/main" val="3987677572"/>
                  </a:ext>
                </a:extLst>
              </a:tr>
              <a:tr h="5310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Strategy/ Chain of </a:t>
                      </a:r>
                      <a:r>
                        <a:rPr lang="it-IT"/>
                        <a:t>Responsability</a:t>
                      </a:r>
                      <a:endParaRPr lang="it-IT" dirty="0"/>
                    </a:p>
                  </a:txBody>
                  <a:tcP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170219340"/>
                  </a:ext>
                </a:extLst>
              </a:tr>
              <a:tr h="531072">
                <a:tc>
                  <a:txBody>
                    <a:bodyPr/>
                    <a:lstStyle/>
                    <a:p>
                      <a:r>
                        <a:rPr lang="it-IT" dirty="0"/>
                        <a:t>Builder</a:t>
                      </a:r>
                    </a:p>
                  </a:txBody>
                  <a:tcP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839858090"/>
                  </a:ext>
                </a:extLst>
              </a:tr>
              <a:tr h="531072">
                <a:tc>
                  <a:txBody>
                    <a:bodyPr/>
                    <a:lstStyle/>
                    <a:p>
                      <a:r>
                        <a:rPr lang="it-IT" dirty="0"/>
                        <a:t>Decorator</a:t>
                      </a:r>
                    </a:p>
                  </a:txBody>
                  <a:tcP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1088492383"/>
                  </a:ext>
                </a:extLst>
              </a:tr>
              <a:tr h="531072">
                <a:tc>
                  <a:txBody>
                    <a:bodyPr/>
                    <a:lstStyle/>
                    <a:p>
                      <a:r>
                        <a:rPr lang="it-IT" dirty="0"/>
                        <a:t>Iterator</a:t>
                      </a:r>
                    </a:p>
                  </a:txBody>
                  <a:tcP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3951189165"/>
                  </a:ext>
                </a:extLst>
              </a:tr>
              <a:tr h="531072">
                <a:tc>
                  <a:txBody>
                    <a:bodyPr/>
                    <a:lstStyle/>
                    <a:p>
                      <a:r>
                        <a:rPr lang="it-IT" dirty="0"/>
                        <a:t>Observer</a:t>
                      </a:r>
                    </a:p>
                  </a:txBody>
                  <a:tcP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1358886722"/>
                  </a:ext>
                </a:extLst>
              </a:tr>
            </a:tbl>
          </a:graphicData>
        </a:graphic>
      </p:graphicFrame>
      <p:sp>
        <p:nvSpPr>
          <p:cNvPr id="35" name="CasellaDiTesto 34">
            <a:extLst>
              <a:ext uri="{FF2B5EF4-FFF2-40B4-BE49-F238E27FC236}">
                <a16:creationId xmlns:a16="http://schemas.microsoft.com/office/drawing/2014/main" id="{79D56828-9061-62C0-AC4A-869A0DFF9FD2}"/>
              </a:ext>
            </a:extLst>
          </p:cNvPr>
          <p:cNvSpPr txBox="1"/>
          <p:nvPr/>
        </p:nvSpPr>
        <p:spPr>
          <a:xfrm>
            <a:off x="6096000" y="3149483"/>
            <a:ext cx="4722067" cy="1200329"/>
          </a:xfrm>
          <a:prstGeom prst="rect">
            <a:avLst/>
          </a:prstGeom>
          <a:noFill/>
        </p:spPr>
        <p:txBody>
          <a:bodyPr wrap="square" rtlCol="0">
            <a:spAutoFit/>
          </a:bodyPr>
          <a:lstStyle/>
          <a:p>
            <a:r>
              <a:rPr lang="it-IT" dirty="0">
                <a:solidFill>
                  <a:schemeClr val="bg1"/>
                </a:solidFill>
              </a:rPr>
              <a:t>In questa fase iniziale sono stati individuati i </a:t>
            </a:r>
            <a:r>
              <a:rPr lang="it-IT" b="1" dirty="0">
                <a:solidFill>
                  <a:schemeClr val="bg1"/>
                </a:solidFill>
              </a:rPr>
              <a:t>Design Pattern </a:t>
            </a:r>
            <a:r>
              <a:rPr lang="it-IT" dirty="0">
                <a:solidFill>
                  <a:schemeClr val="bg1"/>
                </a:solidFill>
              </a:rPr>
              <a:t>che verranno utilizzati. Non si esclude l’aggiunta o la rimozione di altri pattern nelle fasi successive.</a:t>
            </a:r>
          </a:p>
        </p:txBody>
      </p:sp>
    </p:spTree>
    <p:extLst>
      <p:ext uri="{BB962C8B-B14F-4D97-AF65-F5344CB8AC3E}">
        <p14:creationId xmlns:p14="http://schemas.microsoft.com/office/powerpoint/2010/main" val="804034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15FE03D2-6910-507E-86B9-3EC122B1EB65}"/>
              </a:ext>
            </a:extLst>
          </p:cNvPr>
          <p:cNvSpPr>
            <a:spLocks noGrp="1"/>
          </p:cNvSpPr>
          <p:nvPr>
            <p:ph type="title"/>
          </p:nvPr>
        </p:nvSpPr>
        <p:spPr>
          <a:xfrm>
            <a:off x="860105" y="894376"/>
            <a:ext cx="4941477" cy="610863"/>
          </a:xfrm>
        </p:spPr>
        <p:txBody>
          <a:bodyPr anchor="b">
            <a:normAutofit fontScale="90000"/>
          </a:bodyPr>
          <a:lstStyle/>
          <a:p>
            <a:r>
              <a:rPr lang="en-US" dirty="0"/>
              <a:t>BURNDOWN CHART</a:t>
            </a:r>
          </a:p>
        </p:txBody>
      </p:sp>
      <p:sp>
        <p:nvSpPr>
          <p:cNvPr id="15" name="Segnaposto numero diapositiva 14">
            <a:extLst>
              <a:ext uri="{FF2B5EF4-FFF2-40B4-BE49-F238E27FC236}">
                <a16:creationId xmlns:a16="http://schemas.microsoft.com/office/drawing/2014/main" id="{9A52AEB6-1121-6520-EC3C-9131BAD42D2D}"/>
              </a:ext>
            </a:extLst>
          </p:cNvPr>
          <p:cNvSpPr>
            <a:spLocks noGrp="1"/>
          </p:cNvSpPr>
          <p:nvPr>
            <p:ph type="sldNum" sz="quarter" idx="16"/>
          </p:nvPr>
        </p:nvSpPr>
        <p:spPr>
          <a:xfrm>
            <a:off x="971550" y="6332220"/>
            <a:ext cx="523240" cy="247651"/>
          </a:xfrm>
        </p:spPr>
        <p:txBody>
          <a:bodyPr anchor="t">
            <a:normAutofit/>
          </a:bodyPr>
          <a:lstStyle/>
          <a:p>
            <a:pPr rtl="0">
              <a:spcAft>
                <a:spcPts val="600"/>
              </a:spcAft>
            </a:pPr>
            <a:fld id="{294A09A9-5501-47C1-A89A-A340965A2BE2}" type="slidenum">
              <a:rPr lang="it-IT" noProof="0" smtClean="0"/>
              <a:pPr rtl="0">
                <a:spcAft>
                  <a:spcPts val="600"/>
                </a:spcAft>
              </a:pPr>
              <a:t>7</a:t>
            </a:fld>
            <a:endParaRPr lang="it-IT" noProof="0"/>
          </a:p>
        </p:txBody>
      </p:sp>
      <p:sp>
        <p:nvSpPr>
          <p:cNvPr id="4" name="CasellaDiTesto 3">
            <a:extLst>
              <a:ext uri="{FF2B5EF4-FFF2-40B4-BE49-F238E27FC236}">
                <a16:creationId xmlns:a16="http://schemas.microsoft.com/office/drawing/2014/main" id="{D45FC3A6-9A89-091D-7232-6E5ACE6E7D3B}"/>
              </a:ext>
            </a:extLst>
          </p:cNvPr>
          <p:cNvSpPr txBox="1"/>
          <p:nvPr/>
        </p:nvSpPr>
        <p:spPr>
          <a:xfrm>
            <a:off x="860105" y="1676791"/>
            <a:ext cx="9262328" cy="923330"/>
          </a:xfrm>
          <a:prstGeom prst="rect">
            <a:avLst/>
          </a:prstGeom>
          <a:solidFill>
            <a:schemeClr val="tx1"/>
          </a:solidFill>
        </p:spPr>
        <p:txBody>
          <a:bodyPr wrap="square" rtlCol="0">
            <a:spAutoFit/>
          </a:bodyPr>
          <a:lstStyle/>
          <a:p>
            <a:r>
              <a:rPr lang="it-IT" dirty="0">
                <a:solidFill>
                  <a:schemeClr val="bg1"/>
                </a:solidFill>
              </a:rPr>
              <a:t>E’ rappresentato il </a:t>
            </a:r>
            <a:r>
              <a:rPr lang="it-IT" b="1" dirty="0" err="1">
                <a:solidFill>
                  <a:schemeClr val="bg1"/>
                </a:solidFill>
              </a:rPr>
              <a:t>Burndown</a:t>
            </a:r>
            <a:r>
              <a:rPr lang="it-IT" b="1" dirty="0">
                <a:solidFill>
                  <a:schemeClr val="bg1"/>
                </a:solidFill>
              </a:rPr>
              <a:t> Chart </a:t>
            </a:r>
            <a:r>
              <a:rPr lang="it-IT" dirty="0">
                <a:solidFill>
                  <a:schemeClr val="bg1"/>
                </a:solidFill>
              </a:rPr>
              <a:t>previsto per il primo sprint. E’ possibile osservare che se viene mantenuta una velocità di 21 SP per ogni sprint ci si può aspettare che il progetto sarà terminato entro la scadenza prevista.</a:t>
            </a:r>
          </a:p>
        </p:txBody>
      </p:sp>
      <p:pic>
        <p:nvPicPr>
          <p:cNvPr id="6" name="Immagine 5">
            <a:extLst>
              <a:ext uri="{FF2B5EF4-FFF2-40B4-BE49-F238E27FC236}">
                <a16:creationId xmlns:a16="http://schemas.microsoft.com/office/drawing/2014/main" id="{94F1CA25-A028-8999-1F19-C0F7A169E77E}"/>
              </a:ext>
            </a:extLst>
          </p:cNvPr>
          <p:cNvPicPr>
            <a:picLocks noChangeAspect="1"/>
          </p:cNvPicPr>
          <p:nvPr/>
        </p:nvPicPr>
        <p:blipFill>
          <a:blip r:embed="rId2"/>
          <a:stretch>
            <a:fillRect/>
          </a:stretch>
        </p:blipFill>
        <p:spPr>
          <a:xfrm>
            <a:off x="5491269" y="2943224"/>
            <a:ext cx="6201913" cy="3652335"/>
          </a:xfrm>
          <a:prstGeom prst="rect">
            <a:avLst/>
          </a:prstGeom>
        </p:spPr>
      </p:pic>
      <p:graphicFrame>
        <p:nvGraphicFramePr>
          <p:cNvPr id="2" name="Tabella 1">
            <a:extLst>
              <a:ext uri="{FF2B5EF4-FFF2-40B4-BE49-F238E27FC236}">
                <a16:creationId xmlns:a16="http://schemas.microsoft.com/office/drawing/2014/main" id="{0AD9136D-39E5-3F01-5F91-19B2B425058B}"/>
              </a:ext>
            </a:extLst>
          </p:cNvPr>
          <p:cNvGraphicFramePr>
            <a:graphicFrameLocks noGrp="1"/>
          </p:cNvGraphicFramePr>
          <p:nvPr>
            <p:extLst>
              <p:ext uri="{D42A27DB-BD31-4B8C-83A1-F6EECF244321}">
                <p14:modId xmlns:p14="http://schemas.microsoft.com/office/powerpoint/2010/main" val="2979777008"/>
              </p:ext>
            </p:extLst>
          </p:nvPr>
        </p:nvGraphicFramePr>
        <p:xfrm>
          <a:off x="1567541" y="2943225"/>
          <a:ext cx="3079104" cy="1521488"/>
        </p:xfrm>
        <a:graphic>
          <a:graphicData uri="http://schemas.openxmlformats.org/drawingml/2006/table">
            <a:tbl>
              <a:tblPr firstRow="1" bandRow="1">
                <a:tableStyleId>{5C22544A-7EE6-4342-B048-85BDC9FD1C3A}</a:tableStyleId>
              </a:tblPr>
              <a:tblGrid>
                <a:gridCol w="1539552">
                  <a:extLst>
                    <a:ext uri="{9D8B030D-6E8A-4147-A177-3AD203B41FA5}">
                      <a16:colId xmlns:a16="http://schemas.microsoft.com/office/drawing/2014/main" val="3173071220"/>
                    </a:ext>
                  </a:extLst>
                </a:gridCol>
                <a:gridCol w="1539552">
                  <a:extLst>
                    <a:ext uri="{9D8B030D-6E8A-4147-A177-3AD203B41FA5}">
                      <a16:colId xmlns:a16="http://schemas.microsoft.com/office/drawing/2014/main" val="1928526930"/>
                    </a:ext>
                  </a:extLst>
                </a:gridCol>
              </a:tblGrid>
              <a:tr h="424208">
                <a:tc>
                  <a:txBody>
                    <a:bodyPr/>
                    <a:lstStyle/>
                    <a:p>
                      <a:r>
                        <a:rPr lang="it-IT" sz="1400" dirty="0"/>
                        <a:t>Story Points</a:t>
                      </a:r>
                    </a:p>
                  </a:txBody>
                  <a:tcP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rgbClr val="8EAADB"/>
                    </a:solidFill>
                  </a:tcPr>
                </a:tc>
                <a:tc>
                  <a:txBody>
                    <a:bodyPr/>
                    <a:lstStyle/>
                    <a:p>
                      <a:r>
                        <a:rPr lang="it-IT" sz="1400" dirty="0"/>
                        <a:t>Sprint </a:t>
                      </a:r>
                      <a:r>
                        <a:rPr lang="it-IT" sz="1400" dirty="0" err="1"/>
                        <a:t>Number</a:t>
                      </a:r>
                      <a:endParaRPr lang="it-IT" sz="1400" dirty="0"/>
                    </a:p>
                  </a:txBody>
                  <a:tcP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rgbClr val="8EAADB"/>
                    </a:solidFill>
                  </a:tcPr>
                </a:tc>
                <a:extLst>
                  <a:ext uri="{0D108BD9-81ED-4DB2-BD59-A6C34878D82A}">
                    <a16:rowId xmlns:a16="http://schemas.microsoft.com/office/drawing/2014/main" val="4106800951"/>
                  </a:ext>
                </a:extLst>
              </a:tr>
              <a:tr h="258453">
                <a:tc>
                  <a:txBody>
                    <a:bodyPr/>
                    <a:lstStyle/>
                    <a:p>
                      <a:pPr algn="ctr"/>
                      <a:r>
                        <a:rPr lang="it-IT" dirty="0"/>
                        <a:t>21</a:t>
                      </a:r>
                    </a:p>
                  </a:txBody>
                  <a:tcP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it-IT" dirty="0"/>
                        <a:t>1</a:t>
                      </a:r>
                    </a:p>
                  </a:txBody>
                  <a:tcP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400554101"/>
                  </a:ext>
                </a:extLst>
              </a:tr>
              <a:tr h="258453">
                <a:tc>
                  <a:txBody>
                    <a:bodyPr/>
                    <a:lstStyle/>
                    <a:p>
                      <a:endParaRPr lang="it-IT" dirty="0"/>
                    </a:p>
                  </a:txBody>
                  <a:tcP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it-IT" dirty="0"/>
                        <a:t>2</a:t>
                      </a:r>
                    </a:p>
                  </a:txBody>
                  <a:tcP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452135405"/>
                  </a:ext>
                </a:extLst>
              </a:tr>
              <a:tr h="258453">
                <a:tc>
                  <a:txBody>
                    <a:bodyPr/>
                    <a:lstStyle/>
                    <a:p>
                      <a:endParaRPr lang="it-IT"/>
                    </a:p>
                  </a:txBody>
                  <a:tcP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it-IT" dirty="0"/>
                        <a:t>3</a:t>
                      </a:r>
                    </a:p>
                  </a:txBody>
                  <a:tcP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214427217"/>
                  </a:ext>
                </a:extLst>
              </a:tr>
            </a:tbl>
          </a:graphicData>
        </a:graphic>
      </p:graphicFrame>
    </p:spTree>
    <p:extLst>
      <p:ext uri="{BB962C8B-B14F-4D97-AF65-F5344CB8AC3E}">
        <p14:creationId xmlns:p14="http://schemas.microsoft.com/office/powerpoint/2010/main" val="4198052756"/>
      </p:ext>
    </p:extLst>
  </p:cSld>
  <p:clrMapOvr>
    <a:masterClrMapping/>
  </p:clrMapOvr>
</p:sld>
</file>

<file path=ppt/theme/theme1.xml><?xml version="1.0" encoding="utf-8"?>
<a:theme xmlns:a="http://schemas.openxmlformats.org/drawingml/2006/main" name="Personalizzata">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362_TF78853419_Win32" id="{26A8DC41-7521-4E8A-BB40-82DDDF6580CB}" vid="{96196EC2-C392-482E-BF29-9BD12A62668F}"/>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D20B6E4-879E-4E6C-BDE7-261540CD37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{CF82A5BD-359F-4A0C-BC0A-89B8DAE24FA3}tf78853419_win32</Template>
  <TotalTime>205</TotalTime>
  <Words>292</Words>
  <Application>Microsoft Office PowerPoint</Application>
  <PresentationFormat>Widescreen</PresentationFormat>
  <Paragraphs>54</Paragraphs>
  <Slides>7</Slides>
  <Notes>3</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7</vt:i4>
      </vt:variant>
    </vt:vector>
  </HeadingPairs>
  <TitlesOfParts>
    <vt:vector size="13" baseType="lpstr">
      <vt:lpstr>Arial</vt:lpstr>
      <vt:lpstr>Calibri</vt:lpstr>
      <vt:lpstr>Franklin Gothic Book</vt:lpstr>
      <vt:lpstr>Franklin Gothic Demi</vt:lpstr>
      <vt:lpstr>Wingdings</vt:lpstr>
      <vt:lpstr>Personalizzata</vt:lpstr>
      <vt:lpstr>PRE-GAME</vt:lpstr>
      <vt:lpstr>DESIGN</vt:lpstr>
      <vt:lpstr>PRODUCT BACKLOG</vt:lpstr>
      <vt:lpstr>SPRINT 1 BACKLOG</vt:lpstr>
      <vt:lpstr>ARCHITETTURA SOFTWARE</vt:lpstr>
      <vt:lpstr>DESIGN PATTERN</vt:lpstr>
      <vt:lpstr>BURNDOWN 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PRE-GAME</dc:title>
  <dc:creator>Miriam Vitolo</dc:creator>
  <cp:lastModifiedBy>Miriam Vitolo</cp:lastModifiedBy>
  <cp:revision>9</cp:revision>
  <dcterms:created xsi:type="dcterms:W3CDTF">2023-11-18T11:29:10Z</dcterms:created>
  <dcterms:modified xsi:type="dcterms:W3CDTF">2023-11-21T15:49:38Z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